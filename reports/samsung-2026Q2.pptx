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SAMSUNG ELECTRONICS · QUARTERLY BUSINESS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2026년 2분기
잠정 경영실적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2026-07-07 잠정실적 발표 · 연결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SAMSUNG 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실적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연결 손익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분기 추세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부문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현황 · 전망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실적 요약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메모리 슈퍼사이클로 분기 영업이익 90조원 육박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01 · 실적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2026년 2분기 핵심 지표 (잠정)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AI·메모리 수요 급증으로 매출·영업이익 동반 급증 (연결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788920"/>
            <a:ext cx="2491739" cy="24688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788920"/>
            <a:ext cx="2491739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154679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매출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30168"/>
            <a:ext cx="1943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171.0조원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690872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28A0"/>
                </a:solidFill>
                <a:latin typeface="Pretendard"/>
                <a:ea typeface="Pretendard"/>
              </a:rPr>
              <a:t>+129% YoY · +27.7% QoQ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4427" y="2788920"/>
            <a:ext cx="2491739" cy="24688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4427" y="2788920"/>
            <a:ext cx="2491739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8748" y="3154679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영업이익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8748" y="3630168"/>
            <a:ext cx="1943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89.4조원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8748" y="4690872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28A0"/>
                </a:solidFill>
                <a:latin typeface="Pretendard"/>
                <a:ea typeface="Pretendard"/>
              </a:rPr>
              <a:t>+1,810% YoY · +56% QoQ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7" y="2788920"/>
            <a:ext cx="2491739" cy="24688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7" y="2788920"/>
            <a:ext cx="2491739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7" y="3154679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영업이익률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7" y="3630168"/>
            <a:ext cx="1943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약 52.3%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7" y="4690872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28A0"/>
                </a:solidFill>
                <a:latin typeface="Pretendard"/>
                <a:ea typeface="Pretendard"/>
              </a:rPr>
              <a:t>+9.6%p QoQ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39427" y="2788920"/>
            <a:ext cx="2491739" cy="24688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39427" y="2788920"/>
            <a:ext cx="2491739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3747" y="3154679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상반기 영업이익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3747" y="3630168"/>
            <a:ext cx="1943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146.6조원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3747" y="4690872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28A0"/>
                </a:solidFill>
                <a:latin typeface="Pretendard"/>
                <a:ea typeface="Pretendard"/>
              </a:rPr>
              <a:t>H1 매출 304조원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02 · 연결 손익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연결 손익 요약 (잠정)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2026년 2분기 잠정실적 · 부문별·순이익은 확정실적에서 발표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02 · 연결 손익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분기별 실적 추이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최근 5개 분기 매출·영업이익·영업이익률 (조원, 2026년 2분기는 잠정)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분기 추세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5개 분기 연속 매출·영업이익 QoQ 개선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03 · 분기 추세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매출 · 영업이익 추이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최근 5개 분기 (매출: 막대 · 영업이익: 선, 단위 조원 · 2026 2분기 잠정)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en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41" y="2468880"/>
            <a:ext cx="918821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부문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반도체(DS)가 전사 영업이익을 견인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04 · 사업 부문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부문별 영업이익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2026년 1분기 확정 기준 (2분기 부문별 실적은 미발표) · 단위 조원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37" y="2514600"/>
            <a:ext cx="93956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04 · 사업 부문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반도체(DS) 쏠림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메모리 슈퍼사이클로 반도체가 전사 이익을 사실상 전담 (2026년 1분기 확정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788920"/>
            <a:ext cx="3444239" cy="24688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788920"/>
            <a:ext cx="3444239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154679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DS 영업이익 (Q1'26)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30168"/>
            <a:ext cx="28955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53.7조원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690872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28A0"/>
                </a:solidFill>
                <a:latin typeface="Pretendard"/>
                <a:ea typeface="Pretendard"/>
              </a:rPr>
              <a:t>분기 사상 최대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6928" y="2788920"/>
            <a:ext cx="3444239" cy="24688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6928" y="2788920"/>
            <a:ext cx="3444239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1247" y="3154679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전사 영업이익 중 DS 비중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1247" y="3630168"/>
            <a:ext cx="28955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약 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1247" y="4690872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28A0"/>
                </a:solidFill>
                <a:latin typeface="Pretendard"/>
                <a:ea typeface="Pretendard"/>
              </a:rPr>
              <a:t>메모리·HBM 견인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6927" y="2788920"/>
            <a:ext cx="3444239" cy="24688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6927" y="2788920"/>
            <a:ext cx="3444239" cy="7315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1247" y="3154679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DX 영업이익 (Q1'26)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1247" y="3630168"/>
            <a:ext cx="28955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3.0조원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1247" y="4690872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28A0"/>
                </a:solidFill>
                <a:latin typeface="Pretendard"/>
                <a:ea typeface="Pretendard"/>
              </a:rPr>
              <a:t>메모리 원가 부담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05 · 사업 현황 · 전망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하이라이트 · 전망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AI 서버 수요가 메모리 실적 급증을 견인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HBM·서버 D램·SSD 수요 확대와 메모리 가격 상승이 실적을 이끌었습니다.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메모리 슈퍼사이클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AI 서버향 HBM·D램·SSD 수요와 가격 상승이 실적 급증의 핵심 동인.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반도체(DS) 견인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DS 부문이 전사 영업이익의 대부분을 차지, 이익 쏠림이 심화.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세트(DX) 원가 부담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스마트폰·가전은 메모리 원가 상승분 전가 지연으로 수익성 둔화.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연간 전망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시장은 AI·HBM·파운드리 개선으로 2026년 강한 이익 흐름을 전망(추정).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메모리 리더십으로
실적 모멘텀을 잇습니다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Samsung Electronics · 2026년 2분기 잠정실적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출처: 삼성전자 뉴스룸(news.samsung.com) 외 · 잠정실적·부문별 추정 포함 · 수치는 공개 보도 기반 · 비공식 데모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