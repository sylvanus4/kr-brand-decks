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SK TELECOM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통신을 넘어,
AI 컴퍼니로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Connectivity · AI · Cloud · Media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SK TELECOM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통신 기반 위에 AI를 얹다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SK텔레콤가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통신 성장 정체 속 AI가 새로운 성장 엔진으로 부상하고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통신 인프라 위에 AI·데이터센터·미디어를 얹습니다.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EA002C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Connectivity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Media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통신 기반 위에 AI를 얹다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통신 기반 위에 AI를 얹다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ignal-e5c72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유무선 통신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5G 네트워크로 국내 통신 시장의 리더십을 유지합니다.</a:t>
            </a:r>
          </a:p>
        </p:txBody>
      </p:sp>
      <p:pic>
        <p:nvPicPr>
          <p:cNvPr id="10" name="Picture 9" descr="sparkles-582e89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 (에이닷)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AI 개인비서와 AIDC로 AI 서비스를 확장합니다.</a:t>
            </a:r>
          </a:p>
        </p:txBody>
      </p:sp>
      <p:pic>
        <p:nvPicPr>
          <p:cNvPr id="13" name="Picture 12" descr="server-e13e59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데이터센터 · 클라우드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AI 데이터센터·클라우드로 인프라 사업을 키웁니다.</a:t>
            </a:r>
          </a:p>
        </p:txBody>
      </p:sp>
      <p:pic>
        <p:nvPicPr>
          <p:cNvPr id="16" name="Picture 15" descr="tv-61e8e7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미디어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IPTV·콘텐츠로 미디어 경험을 넓힙니다.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컴퍼니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에이닷과 AIDC로 AI 사업을 키웁니다.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데이터센터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GPU 기반 AIDC로 인프라를 확장합니다.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통신 효율화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네트워크 지능화로 효율을 높입니다.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구독·미디어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구독 서비스로 반복 매출을 늘립니다.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AI로 연결되는
새로운 일상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SK Telecom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SK텔레콤 (SK Telecom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