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통신을 넘어,
AI 컴퍼니로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Connectivity · AI · Cloud · Media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유무선 통신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5G 네트워크로 국내 통신 시장의 리더십을 유지합니다.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AI (에이닷)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AI 개인비서와 AIDC로 AI 서비스를 확장합니다.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데이터센터 · 클라우드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AI 데이터센터·클라우드로 인프라 사업을 키웁니다.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미디어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IPTV·콘텐츠로 미디어 경험을 넓힙니다.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AI로 연결되는
새로운 일상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SK텔레콤 (SK Telecom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