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더 나은 내일을
금융으로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Card · Securities · Life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신한은행을 중심으로 리테일·기업 금융을 이끕니다.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신한카드로 결제·소비 데이터 경쟁력을 확보합니다.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투자증권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자산관리와 IB를 제공합니다.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라이프 · 디지털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보험과 디지털 플랫폼으로 성장 축을 넓힙니다.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고객과 함께
미래를 열다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신한금융그룹 (Shinhan Financial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