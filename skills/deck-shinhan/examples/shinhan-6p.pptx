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SHINHAN FINANCIAL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더 나은 내일을
금융으로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Bank · Card · Securities ·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SHINHAN FINANCIAL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46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46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46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46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46F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은행을 축으로 한 균형 잡힌 포트폴리오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신한금융그룹가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금융 경쟁이 디지털 플랫폼과 비은행 수익으로 이동하고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은행·카드·증권·라이프를 균형 있게 성장시킵니다.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046FF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Securities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은행을 축으로 한 균형 잡힌 포트폴리오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은행을 축으로 한 균형 잡힌 포트폴리오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-2ffd2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은행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신한은행을 중심으로 리테일·기업 금융을 이끕니다.</a:t>
            </a:r>
          </a:p>
        </p:txBody>
      </p:sp>
      <p:pic>
        <p:nvPicPr>
          <p:cNvPr id="10" name="Picture 9" descr="credit-card-556252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신한카드로 결제·소비 데이터 경쟁력을 확보합니다.</a:t>
            </a:r>
          </a:p>
        </p:txBody>
      </p:sp>
      <p:pic>
        <p:nvPicPr>
          <p:cNvPr id="13" name="Picture 12" descr="trending-up-38f394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투자증권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자본시장 서비스로 자산관리와 IB를 제공합니다.</a:t>
            </a:r>
          </a:p>
        </p:txBody>
      </p:sp>
      <p:pic>
        <p:nvPicPr>
          <p:cNvPr id="16" name="Picture 15" descr="smartphone-451e40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라이프 · 디지털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보험과 디지털 플랫폼으로 성장 축을 넓힙니다.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6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비은행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카드·증권·보험으로 이익을 다변화합니다.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6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디지털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슈퍼앱으로 고객 접점을 넓힙니다.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6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글로벌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해외 시장에서 성장 기회를 찾습니다.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46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데이터 금융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데이터 기반 맞춤 서비스를 제공합니다.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46F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은행·카드·증권을 잇는 리딩 금융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고객과 함께
미래를 열다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Shinhan Financial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신한금융그룹 (Shinhan Financial Group)의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