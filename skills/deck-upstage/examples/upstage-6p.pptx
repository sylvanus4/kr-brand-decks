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D6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UPSTAGE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AI로 일하는
방식을 바꾸다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LLM (Solar) · Document AI · AI Platform · Enterprise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3B4FCC"/>
                </a:solidFill>
                <a:latin typeface="Pretendard"/>
                <a:ea typeface="Pretendard"/>
              </a:rPr>
              <a:t>UPSTAGE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4D6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3B4FCC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사업 개요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55244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3B4FCC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4975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0682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3B4FCC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25196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전략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0612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3B4FCC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0063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3B4FCC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D6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사업 개요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자체 LLM과 Document AI 중심의 AI 역량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3B4FCC"/>
                </a:solidFill>
                <a:latin typeface="Pretendard"/>
                <a:ea typeface="Pretendard"/>
              </a:rPr>
              <a:t>01 · 사업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업스테이지가 그리는 미래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파운데이션 모델과 Document AI로 여는 엔터프라이즈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4D6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Why · 시장의 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099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생성형 AI 도입이 실험을 넘어 실제 업무 적용 단계로 전환되고 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840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What · 사업 영역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242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파운데이션 모델과 Document AI로 여는 엔터프라이즈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983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How · 실행 전략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385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자체 LLM과 Document AI로 신뢰할 수 있는 엔터프라이즈 AI를 제공합니다.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2724912"/>
            <a:ext cx="5257800" cy="338328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2724912"/>
            <a:ext cx="82296" cy="3383280"/>
          </a:xfrm>
          <a:prstGeom prst="rect">
            <a:avLst/>
          </a:prstGeom>
          <a:solidFill>
            <a:srgbClr val="4D6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39128" y="305409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3B4FCC"/>
                </a:solidFill>
                <a:latin typeface="Pretendard"/>
                <a:ea typeface="Pretendard"/>
              </a:rPr>
              <a:t>핵심 지향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3511296"/>
            <a:ext cx="4526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파운데이션 모델과 Document AI로 여는 엔터프라이즈 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431596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LLM (Solar)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9128" y="470001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Document 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9128" y="5084064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AI Platform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5468112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Enterprise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D6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자체 LLM과 Document AI 중심의 AI 역량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3B4FCC"/>
                </a:solidFill>
                <a:latin typeface="Pretendard"/>
                <a:ea typeface="Pretendard"/>
              </a:rPr>
              <a:t>02 · 핵심 사업 영역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자체 LLM과 Document AI 중심의 AI 역량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4D6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parkles-582e891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670048"/>
            <a:ext cx="402336" cy="4023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LLM (Solar)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경쟁력 있는 자체 파운데이션 모델로 생성형 AI를 제공합니다.</a:t>
            </a:r>
          </a:p>
        </p:txBody>
      </p:sp>
      <p:pic>
        <p:nvPicPr>
          <p:cNvPr id="10" name="Picture 9" descr="file-text-7920b5b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2670048"/>
            <a:ext cx="402336" cy="4023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7336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Document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문서 OCR·파싱으로 복잡한 문서를 이해하고 자동화합니다.</a:t>
            </a:r>
          </a:p>
        </p:txBody>
      </p:sp>
      <p:pic>
        <p:nvPicPr>
          <p:cNvPr id="13" name="Picture 12" descr="layers-d96dc0c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4421124"/>
            <a:ext cx="402336" cy="402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AI 플랫폼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AI 개발·배포 도구로 엔드투엔드 워크플로를 지원합니다.</a:t>
            </a:r>
          </a:p>
        </p:txBody>
      </p:sp>
      <p:pic>
        <p:nvPicPr>
          <p:cNvPr id="16" name="Picture 15" descr="building-2-0029ed4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3368" y="4421124"/>
            <a:ext cx="402336" cy="40233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7336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엔터프라이즈 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산업별 요구에 맞춘 안전한 기업용 AI를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3B4FCC"/>
                </a:solidFill>
                <a:latin typeface="Pretendard"/>
                <a:ea typeface="Pretendard"/>
              </a:rPr>
              <a:t>03 · 성장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현재에서 확대 방향으로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각 사업 영역의 현재와 확대 방향 (표기는 예시)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4D6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abl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9252" y="2468880"/>
            <a:ext cx="82995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3B4FCC"/>
                </a:solidFill>
                <a:latin typeface="Pretendard"/>
                <a:ea typeface="Pretendard"/>
              </a:rPr>
              <a:t>03 · 성장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전략 4대 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파운데이션 모델과 Document AI로 여는 엔터프라이즈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4D6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30175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A4A"/>
                </a:solidFill>
                <a:latin typeface="Pretendard"/>
                <a:ea typeface="Pretendard"/>
              </a:rPr>
              <a:t>파운데이션 모델과 Document AI로 여는 엔터프라이즈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265176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3B4FCC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65176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파운데이션 모델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303580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Solar LLM으로 경쟁력 있는 자체 모델을 고도화합니다.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53187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3B4FCC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353187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Document 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391591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문서 이해 기술로 실질적 업무 자동화를 제공합니다.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441198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3B4FCC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441198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엔터프라이즈 확산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479602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금융·제조 등 산업별 AI 도입을 확대합니다.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529209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3B4FCC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529209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567613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해외 시장에 AI 솔루션을 진출시킵니다.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3B4FCC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단계적 성장 전개 (일정은 브랜드 테마 예시)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4D6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5933" y="2468880"/>
            <a:ext cx="9366228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3B4FCC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파운데이션 모델과 Document AI로 여는 엔터프라이즈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4D6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pi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D6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AI로 일하는 방식을
새롭게 만듭니다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Upstage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업스테이지 (Upstage)의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