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6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UPSTAGE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AI로 일하는
방식을 바꾸다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LLM (Solar) · Document AI · AI Platform ·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B4FCC"/>
                </a:solidFill>
                <a:latin typeface="Pretendard"/>
                <a:ea typeface="Pretendard"/>
              </a:rPr>
              <a:t>UPSTAGE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4D6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B4FCC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B4FCC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B4FCC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B4FCC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B4FCC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6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자체 LLM과 Document AI 중심의 AI 역량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B4FCC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업스테이지가 그리는 미래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파운데이션 모델과 Document AI로 여는 엔터프라이즈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4D6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생성형 AI 도입이 실험을 넘어 실제 업무 적용 단계로 전환되고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파운데이션 모델과 Document AI로 여는 엔터프라이즈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자체 LLM과 Document AI로 신뢰할 수 있는 엔터프라이즈 AI를 제공합니다.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4D6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3B4FCC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파운데이션 모델과 Document AI로 여는 엔터프라이즈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LLM (Solar)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Document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AI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Enterprise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6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자체 LLM과 Document AI 중심의 AI 역량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B4FCC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자체 LLM과 Document AI 중심의 AI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4D6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arkles-582e89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LLM (Solar)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경쟁력 있는 자체 파운데이션 모델로 생성형 AI를 제공합니다.</a:t>
            </a:r>
          </a:p>
        </p:txBody>
      </p:sp>
      <p:pic>
        <p:nvPicPr>
          <p:cNvPr id="10" name="Picture 9" descr="file-text-7920b5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Document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문서 OCR·파싱으로 복잡한 문서를 이해하고 자동화합니다.</a:t>
            </a:r>
          </a:p>
        </p:txBody>
      </p:sp>
      <p:pic>
        <p:nvPicPr>
          <p:cNvPr id="13" name="Picture 12" descr="layers-d96dc0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AI 플랫폼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AI 개발·배포 도구로 엔드투엔드 워크플로를 지원합니다.</a:t>
            </a:r>
          </a:p>
        </p:txBody>
      </p:sp>
      <p:pic>
        <p:nvPicPr>
          <p:cNvPr id="16" name="Picture 15" descr="building-2-0029ed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엔터프라이즈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산업별 요구에 맞춘 안전한 기업용 AI를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B4FCC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4D6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B4FCC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파운데이션 모델과 Document AI로 여는 엔터프라이즈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4D6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파운데이션 모델과 Document AI로 여는 엔터프라이즈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B4FCC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파운데이션 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Solar LLM으로 경쟁력 있는 자체 모델을 고도화합니다.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B4FCC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Document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문서 이해 기술로 실질적 업무 자동화를 제공합니다.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B4FCC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엔터프라이즈 확산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금융·제조 등 산업별 AI 도입을 확대합니다.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B4FCC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글로벌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해외 시장에 AI 솔루션을 진출시킵니다.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B4FCC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4D6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3B4FCC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파운데이션 모델과 Document AI로 여는 엔터프라이즈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4D6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6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AI로 일하는 방식을
새롭게 만듭니다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Upstage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업스테이지 (Upstage)의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