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NAVER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연결을 넘어,
기술로 일상을 바꾸다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Search · Commerce · Fintech ·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NAVER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2843B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검색을 축으로 확장하는 플랫폼 생태계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네이버가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검색·커머스의 경쟁력이 데이터와 AI 역량으로 재편되고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검색을 축으로 커머스·핀테크·AI·클라우드를 연결합니다.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2843B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Commerce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Fintech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검색을 축으로 확장하는 플랫폼 생태계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검색을 축으로 확장하는 플랫폼 생태계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arch-b1832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서치플랫폼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검색·광고를 통해 이용자와 사업자를 연결합니다.</a:t>
            </a:r>
          </a:p>
        </p:txBody>
      </p:sp>
      <p:pic>
        <p:nvPicPr>
          <p:cNvPr id="11" name="Picture 10" descr="shopping-cart-48c7a4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커머스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스마트스토어 생태계로 판매자의 성장을 돕습니다.</a:t>
            </a:r>
          </a:p>
        </p:txBody>
      </p:sp>
      <p:pic>
        <p:nvPicPr>
          <p:cNvPr id="14" name="Picture 13" descr="credit-card-5562528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핀테크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네이버페이로 결제·금융 경험을 매끄럽게 만듭니다.</a:t>
            </a:r>
          </a:p>
        </p:txBody>
      </p:sp>
      <p:pic>
        <p:nvPicPr>
          <p:cNvPr id="17" name="Picture 16" descr="cloud-11ad59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콘텐츠 · 클라우드 ·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웹툰·클라우드·하이퍼클로바로 기술 경쟁력을 확장합니다.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2843B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전면화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검색·커머스에 생성형 AI를 결합합니다.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2843B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커머스 생태계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판매자 성장을 돕는 도구를 확장합니다.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2843B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웹툰·콘텐츠로 해외 매출을 키웁니다.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2843B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클라우드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하이퍼클로바 기반 B2B AI를 확대합니다.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2843B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검색·커머스·핀테크·AI를 잇는 기술 플랫폼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pu-40fbb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3C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기술로 연결되는
더 나은 일상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NAVER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네이버 (NAVER Corp.)의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