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NAVER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연결을 넘어,
기술로 일상을 바꾸다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Search · Commerce · Fintech ·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2843B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회사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39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2843B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974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2843B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7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2843B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검색을 축으로 확장하는 플랫폼 생태계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2843B"/>
                </a:solidFill>
                <a:latin typeface="Pretendard"/>
                <a:ea typeface="Pretendard"/>
              </a:rPr>
              <a:t>BUSINESS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검색을 축으로 확장하는 플랫폼 생태계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서치플랫폼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검색·광고를 통해 이용자와 사업자를 연결합니다.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커머스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스마트스토어 생태계로 판매자의 성장을 돕습니다.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핀테크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네이버페이로 결제·금융 경험을 매끄럽게 만듭니다.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콘텐츠 · 클라우드 ·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웹툰·클라우드·하이퍼클로바로 기술 경쟁력을 확장합니다.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2843B"/>
                </a:solidFill>
                <a:latin typeface="Pretendard"/>
                <a:ea typeface="Pretendard"/>
              </a:rPr>
              <a:t>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검색·커머스·핀테크·AI를 잇는 기술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기술로 연결되는
더 나은 일상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NAVER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네이버 (NAVER Corp.)의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