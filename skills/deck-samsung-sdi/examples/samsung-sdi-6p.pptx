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배터리와 소재로
미래를 충전하다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전자재료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고에너지 밀도 배터리로 프리미엄 전기차 시장에 대응합니다.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전력용·주택용 저장장치로 에너지 안정성을 지원합니다.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원형·파우치 셀로 전동공구·모빌리티를 구동합니다.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전자재료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IT 산업의 기반을 제공합니다.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지속가능한 미래를
함께 충전합니다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삼성SDI (Samsung SDI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