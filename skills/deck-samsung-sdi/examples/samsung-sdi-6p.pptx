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8A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SAMSUNG SDI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배터리와 소재로
미래를 충전하다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EV Battery · ESS · 소형전지 · 전자재료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SAMSUNG SDI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8A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고에너지 배터리와 첨단 전자재료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01 · 사업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삼성SDI가 그리는 미래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배터리와 전자재료로 만드는 지속가능 미래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전동화와 에너지 저장 수요가 배터리·소재 경쟁력을 좌우합니다.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배터리와 전자재료로 만드는 지속가능 미래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고에너지 배터리와 첨단 전자재료로 프리미엄 시장에 대응합니다.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1428A0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배터리와 전자재료로 만드는 지속가능 미래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EV Battery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소형전지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전자재료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8A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고에너지 배터리와 첨단 전자재료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고에너지 배터리와 첨단 전자재료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attery-charging-0fd5db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자동차 전지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고에너지 밀도 배터리로 프리미엄 전기차 시장에 대응합니다.</a:t>
            </a:r>
          </a:p>
        </p:txBody>
      </p:sp>
      <p:pic>
        <p:nvPicPr>
          <p:cNvPr id="10" name="Picture 9" descr="zap-2981ec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전력용·주택용 저장장치로 에너지 안정성을 지원합니다.</a:t>
            </a:r>
          </a:p>
        </p:txBody>
      </p:sp>
      <p:pic>
        <p:nvPicPr>
          <p:cNvPr id="13" name="Picture 12" descr="battery-2caacb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소형전지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원형·파우치 셀로 전동공구·모빌리티를 구동합니다.</a:t>
            </a:r>
          </a:p>
        </p:txBody>
      </p:sp>
      <p:pic>
        <p:nvPicPr>
          <p:cNvPr id="16" name="Picture 15" descr="layers-d96dc0c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전자재료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반도체·디스플레이 소재로 IT 산업의 기반을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배터리와 전자재료로 만드는 지속가능 미래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배터리와 전자재료로 만드는 지속가능 미래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28A0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전고체 준비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차세대 배터리 기술을 선제 확보합니다.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28A0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ESS 성장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전력용 저장장치로 신시장을 키웁니다.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28A0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소재 경쟁력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반도체·디스플레이 소재로 수익을 다각화합니다.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28A0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품질·안전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고신뢰 셀로 프리미엄 고객을 확보합니다.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배터리와 전자재료로 만드는 지속가능 미래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8A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지속가능한 미래를
함께 충전합니다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Samsung SDI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삼성SDI (Samsung SDI Co., Ltd.)의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