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8A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SAMSUNG SDI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배터리와 소재로
미래를 충전하다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EV Battery · ESS · 소형전지 · 전자재료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SAMSUNG SDI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사업 개요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5244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4975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34975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0682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25196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전략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425196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612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063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500634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8A0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8A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사업 개요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고에너지 배터리와 첨단 전자재료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01 · 사업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삼성SDI가 그리는 미래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배터리와 전자재료로 만드는 지속가능 미래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Why · 시장의 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099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전동화와 에너지 저장 수요가 배터리·소재 경쟁력을 좌우합니다.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840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What · 사업 영역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242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배터리와 전자재료로 만드는 지속가능 미래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983480"/>
            <a:ext cx="5120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How · 실행 전략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385816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고에너지 배터리와 첨단 전자재료로 프리미엄 시장에 대응합니다.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2724912"/>
            <a:ext cx="5257800" cy="3383280"/>
          </a:xfrm>
          <a:prstGeom prst="rect">
            <a:avLst/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2724912"/>
            <a:ext cx="82296" cy="3383280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39128" y="305409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spc="60">
                <a:solidFill>
                  <a:srgbClr val="1428A0"/>
                </a:solidFill>
                <a:latin typeface="Pretendard"/>
                <a:ea typeface="Pretendard"/>
              </a:rPr>
              <a:t>핵심 지향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3511296"/>
            <a:ext cx="4526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배터리와 전자재료로 만드는 지속가능 미래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9128" y="431596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EV Battery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9128" y="4700016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9128" y="5084064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소형전지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5468112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· 전자재료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8A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Pretendard"/>
                <a:ea typeface="Pretendard"/>
              </a:rPr>
              <a:t>02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고에너지 배터리와 첨단 전자재료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02 · 핵심 사업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고에너지 배터리와 첨단 전자재료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attery-charging-0fd5db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670048"/>
            <a:ext cx="402336" cy="4023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자동차 전지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고에너지 밀도 배터리로 프리미엄 전기차 시장에 대응합니다.</a:t>
            </a:r>
          </a:p>
        </p:txBody>
      </p:sp>
      <p:pic>
        <p:nvPicPr>
          <p:cNvPr id="10" name="Picture 9" descr="zap-2981ec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2670048"/>
            <a:ext cx="4023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73368" y="3236976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3657600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전력용·주택용 저장장치로 에너지 안정성을 지원합니다.</a:t>
            </a:r>
          </a:p>
        </p:txBody>
      </p:sp>
      <p:pic>
        <p:nvPicPr>
          <p:cNvPr id="13" name="Picture 12" descr="battery-2caacb2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4421124"/>
            <a:ext cx="402336" cy="402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소형전지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원형·파우치 셀로 전동공구·모빌리티를 구동합니다.</a:t>
            </a:r>
          </a:p>
        </p:txBody>
      </p:sp>
      <p:pic>
        <p:nvPicPr>
          <p:cNvPr id="16" name="Picture 15" descr="layers-d96dc0c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3368" y="4421124"/>
            <a:ext cx="402336" cy="4023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73368" y="4988052"/>
            <a:ext cx="5257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Pretendard"/>
                <a:ea typeface="Pretendard"/>
              </a:rPr>
              <a:t>전자재료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5408676"/>
            <a:ext cx="5257800" cy="6080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4A4A"/>
                </a:solidFill>
                <a:latin typeface="Pretendard"/>
                <a:ea typeface="Pretendard"/>
              </a:rPr>
              <a:t>반도체·디스플레이 소재로 IT 산업의 기반을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현재에서 확대 방향으로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각 사업 영역의 현재와 확대 방향 (표기는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abl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252" y="2468880"/>
            <a:ext cx="8299591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03 · 성장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전략 4대 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배터리와 전자재료로 만드는 지속가능 미래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697480"/>
            <a:ext cx="301752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4A4A4A"/>
                </a:solidFill>
                <a:latin typeface="Pretendard"/>
                <a:ea typeface="Pretendard"/>
              </a:rPr>
              <a:t>배터리와 전자재료로 만드는 지속가능 미래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65176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28A0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65176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전고체 준비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303580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차세대 배터리 기술을 선제 확보합니다.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53187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28A0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53187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ESS 성장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91591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전력용 저장장치로 신시장을 키웁니다.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441198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28A0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441198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소재 경쟁력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79602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반도체·디스플레이 소재로 수익을 다각화합니다.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292090"/>
            <a:ext cx="868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28A0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5292090"/>
            <a:ext cx="66751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</a:rPr>
              <a:t>품질·안전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5676138"/>
            <a:ext cx="6675119" cy="42291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고신뢰 셀로 프리미엄 고객을 확보합니다.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단계적 성장 전개 (일정은 브랜드 테마 예시)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5933" y="2468880"/>
            <a:ext cx="9366228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1428A0"/>
                </a:solidFill>
                <a:latin typeface="Pretendard"/>
                <a:ea typeface="Pretendard"/>
              </a:rPr>
              <a:t>04 · 성장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27632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</a:rPr>
              <a:t>배터리와 전자재료로 만드는 지속가능 미래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142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8A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지속가능한 미래를
함께 충전합니다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Samsung SDI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삼성SDI (Samsung SDI Co., Ltd.)의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