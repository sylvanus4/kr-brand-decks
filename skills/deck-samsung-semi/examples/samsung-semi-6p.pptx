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SAMSUNG SEMICONDUCTOR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메모리를 넘어,
반도체의 미래를 설계하다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DRAM · NAND Flash · Foundry · System LSI</a:t>
            </a:r>
          </a:p>
        </p:txBody>
      </p:sp>
      <p:pic>
        <p:nvPicPr>
          <p:cNvPr id="5" name="Picture 4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7160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SAMSUNG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기술 리더십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전략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종합 반도체 기업으로서의 지향점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AI 시대, 반도체가 여는 새로운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폭증하는 데이터와 인공지능 연산을 뒷받침하는 종합 반도체 역량을 제안합니다.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반도체의 미래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AI 시대의 데이터 폭증은 더 빠르고 효율적인 메모리와 연산을 요구합니다.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종합 반도체 역량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메모리·낸드·파운드리·시스템 반도체를 아우르는 포트폴리오로 대응합니다.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기술 리더십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첨단 공정과 고대역폭 메모리, 이종집적 패키징으로 한계를 넘습니다.</a:t>
            </a:r>
          </a:p>
        </p:txBody>
      </p:sp>
      <p:pic>
        <p:nvPicPr>
          <p:cNvPr id="13" name="Picture 12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274320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메모리부터 파운드리까지, 4대 사업 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4대 사업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메모리·스토리지·파운드리·시스템 반도체를 아우르는 종합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mory-stick-e98d10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메모리 (DRAM · HBM)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고대역폭 메모리와 서버·모바일 D램으로 AI 데이터 처리의 핵심을 담당합니다.</a:t>
            </a:r>
          </a:p>
        </p:txBody>
      </p:sp>
      <p:pic>
        <p:nvPicPr>
          <p:cNvPr id="10" name="Picture 9" descr="hard-drive-613110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낸드플래시 (NAND · SSD)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고적층 3D 낸드와 엔터프라이즈 SSD로 데이터 스토리지 시장을 이끕니다.</a:t>
            </a:r>
          </a:p>
        </p:txBody>
      </p:sp>
      <p:pic>
        <p:nvPicPr>
          <p:cNvPr id="13" name="Picture 12" descr="cpu-84c77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파운드리 (Foundry)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첨단 미세공정 기반 위탁생산으로 글로벌 팹리스 고객의 혁신을 제조합니다.</a:t>
            </a:r>
          </a:p>
        </p:txBody>
      </p:sp>
      <p:pic>
        <p:nvPicPr>
          <p:cNvPr id="16" name="Picture 15" descr="camera-c3e24e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시스템 LSI (System LSI)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모바일 AP·이미지센서·모뎀으로 디바이스의 두뇌와 눈을 설계합니다.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03 · 기술 리더십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차세대로, 기술 전개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기술 영역의 현재 세대와 차세대 지향점 (일정·표기는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03 · 기술 리더십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기술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지속가능한 리더십을 위한 핵심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AI 반도체 수요에 대응해 메모리·공정·패키징 전반의 역량을 고도화합니다.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AI 메모리 리더십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HBM·고대역폭 메모리로 AI 데이터센터 수요를 선점합니다.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첨단 공정 고도화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GAA 등 초미세 공정으로 파운드리 경쟁력을 강화합니다.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패키징 혁신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이종집적 첨단 패키징으로 성능과 집적도를 끌어올립니다.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지속가능 제조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저전력·친환경 공정으로 지속가능한 생산을 추구합니다.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기술 전개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AI 반도체 수요에 맞춘 단계적 기술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AI 반도체 수요에 맞춘 투자·역량 확대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반도체의 미래를
함께 설계합니다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Samsung Semiconductor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삼성전자의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