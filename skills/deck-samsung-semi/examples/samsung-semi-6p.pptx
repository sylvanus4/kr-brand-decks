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SEMICONDUCTOR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메모리를 넘어,
반도체의 미래를 설계하다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DRAM · NAND Flash · Foundry · System LSI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기술 리더십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전략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메모리부터 파운드리까지, 종합 반도체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4대 사업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메모리·스토리지·파운드리·시스템 반도체를 아우르는 종합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메모리 (DRAM · HBM)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고대역폭 메모리와 서버·모바일 DRAM으로 AI 시대 데이터 처리의 핵심을 담당합니다.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낸드플래시 (NAND · SSD)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고적층 3D NAND와 엔터프라이즈 SSD로 데이터 스토리지 시장을 이끕니다.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파운드리 (Foundry)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첨단 미세공정 기반 위탁생산으로 글로벌 팹리스 고객의 혁신을 제조합니다.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시스템 LSI (System LSI)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모바일 AP·이미지센서·모뎀으로 디바이스 두뇌와 눈을 설계합니다.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TECHNOLOGY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AI 반도체 수요에 맞춘 투자·역량 확대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반도체의 미래를
함께 설계합니다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Semiconductor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삼성전자의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