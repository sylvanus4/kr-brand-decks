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TOSS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금융을 쉽고
간편하게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송금·결제 · 뱅킹 · 증권 · 페이먼츠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TOSS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64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64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64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64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64FF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송금을 축으로 확장하는 금융 슈퍼앱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토스가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금융이 앱 하나로 통합되는 슈퍼앱 경쟁이 심화되고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간편한 UX와 데이터로 송금·뱅킹·증권·결제를 하나로 잇습니다.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64FF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송금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결제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뱅킹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증권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송금을 축으로 확장하는 금융 슈퍼앱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송금을 축으로 확장하는 금융 슈퍼앱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nd-2c3b9e0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송금·결제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간편 송금으로 금융의 진입장벽을 낮춥니다.</a:t>
            </a:r>
          </a:p>
        </p:txBody>
      </p:sp>
      <p:pic>
        <p:nvPicPr>
          <p:cNvPr id="11" name="Picture 10" descr="landmark-2ffd28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토스뱅크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인터넷은행으로 쉬운 여·수신 경험을 제공합니다.</a:t>
            </a:r>
          </a:p>
        </p:txBody>
      </p:sp>
      <p:pic>
        <p:nvPicPr>
          <p:cNvPr id="14" name="Picture 13" descr="trending-up-38f39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토스증권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모바일 증권으로 투자를 쉽고 투명하게 만듭니다.</a:t>
            </a:r>
          </a:p>
        </p:txBody>
      </p:sp>
      <p:pic>
        <p:nvPicPr>
          <p:cNvPr id="17" name="Picture 16" descr="credit-card-5562528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토스페이먼츠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온라인 결제 인프라로 사업자를 지원합니다.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4F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슈퍼앱 강화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하나의 앱에서 모든 금융을 제공합니다.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4F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뱅킹 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토스뱅크로 여·수신 사업을 키웁니다.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4F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증권·자산관리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투자 경험을 쉽고 투명하게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64F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결제 인프라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토스페이먼츠로 사업자 결제를 확대합니다.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64F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금융을 쉽고 간편하게, 토스 슈퍼앱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4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ag-7366e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금융을 더 쉽게,
토스가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Toss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비바리퍼블리카 (Viva Republica, Toss)의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