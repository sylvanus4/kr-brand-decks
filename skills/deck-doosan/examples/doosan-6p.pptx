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내일을 움직이는
힘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Energy · Machinery · Semiconductor ·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발전 설비와 SMR·수소로 미래 에너지에 대응합니다.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건설기계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글로벌 건설기계 라인업으로 인프라를 지원합니다.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반도체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테스나 등 후공정 역량으로 반도체 밸류체인에 참여합니다.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협동로봇으로 제조 자동화 시장을 확대합니다.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내일을 위한
오늘의 기술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두산 (Doosan Corporation)의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