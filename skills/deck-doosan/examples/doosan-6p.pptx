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DOOSAN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내일을 움직이는
힘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Energy · Machinery · Semiconductor ·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DOOSAN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7A8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7A8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7A8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7A8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17A8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에너지와 첨단 산업의 성장 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두산가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에너지 전환과 첨단산업 수요가 그룹의 성장을 재편하고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에너지·기계·반도체·로봇으로 미래 산업에 대응합니다.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017A8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Machinery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Semiconductor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Robotics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에너지와 첨단 산업의 성장 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에너지와 첨단 산업의 성장 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ap-2981ec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에너지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발전 설비와 SMR·수소로 미래 에너지에 대응합니다.</a:t>
            </a:r>
          </a:p>
        </p:txBody>
      </p:sp>
      <p:pic>
        <p:nvPicPr>
          <p:cNvPr id="11" name="Picture 10" descr="wrench-b14396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건설기계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글로벌 건설기계 라인업으로 인프라를 지원합니다.</a:t>
            </a:r>
          </a:p>
        </p:txBody>
      </p:sp>
      <p:pic>
        <p:nvPicPr>
          <p:cNvPr id="14" name="Picture 13" descr="cpu-84c772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반도체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테스나 등 후공정 역량으로 반도체 밸류체인에 참여합니다.</a:t>
            </a:r>
          </a:p>
        </p:txBody>
      </p:sp>
      <p:pic>
        <p:nvPicPr>
          <p:cNvPr id="17" name="Picture 16" descr="bot-96e5f1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로보틱스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협동로봇으로 제조 자동화 시장을 확대합니다.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17A8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차세대 에너지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SMR·수소로 발전 사업을 전환합니다.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17A8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반도체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후공정 역량으로 밸류체인에 참여합니다.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17A8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협동로봇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제조 자동화 시장을 확대합니다.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17A8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기계 경쟁력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전동·자율 기계로 리더십을 강화합니다.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17A8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에너지·기계·첨단산업을 잇는 인프라 지원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1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A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pu-4a000b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내일을 위한
오늘의 기술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Doosan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두산 (Doosan Corporation)의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