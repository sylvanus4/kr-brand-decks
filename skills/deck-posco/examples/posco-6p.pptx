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40080"/>
            <a:ext cx="822960" cy="10972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868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80">
                <a:solidFill>
                  <a:srgbClr val="FFFFFF"/>
                </a:solidFill>
                <a:latin typeface="Pretendard"/>
                <a:ea typeface="Pretendard"/>
              </a:rPr>
              <a:t>POSCO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5661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Pretendard"/>
                <a:ea typeface="Pretendard"/>
              </a:rPr>
              <a:t>소재로 미래를
짓다</a:t>
            </a:r>
          </a:p>
          <a:p>
            <a:pPr algn="l">
              <a:lnSpc>
                <a:spcPct val="125000"/>
              </a:lnSpc>
              <a:spcBef>
                <a:spcPts val="140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Pretendard"/>
                <a:ea typeface="Pretendard"/>
              </a:rPr>
              <a:t>Steel · Battery Materials · Lithium · Green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798064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74320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회사 개요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274320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80390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74903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374903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80974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754879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0" y="4754879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815583"/>
            <a:ext cx="10881360" cy="9144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53080"/>
                </a:solidFill>
                <a:latin typeface="Pretendard"/>
                <a:ea typeface="Pretendar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76072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A1A1A"/>
                </a:solidFill>
                <a:latin typeface="Pretendard"/>
                <a:ea typeface="Pretendard"/>
              </a:rPr>
              <a:t>미래 비전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0" y="576072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A8A8A"/>
                </a:solidFill>
                <a:latin typeface="Pretendard"/>
                <a:ea typeface="Pretendard"/>
              </a:rPr>
              <a:t>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788920"/>
            <a:ext cx="822960" cy="109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097280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Pretendard"/>
                <a:ea typeface="Pretendard"/>
              </a:rPr>
              <a:t>01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Pretendard"/>
                <a:ea typeface="Pretendard"/>
              </a:rPr>
              <a:t>핵심 사업 영역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철강과 2차전지 소재의 균형 성장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BUSINESS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핵심 사업 영역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철강과 2차전지 소재의 균형 성장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철강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친환경 고급강으로 글로벌 철강 리더십을 이어갑니다.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26517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63347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2차전지 소재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325526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양·음극재로 배터리 밸류체인의 핵심을 담당합니다.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리튬 · 니켈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원료 확보로 소재 사업의 수직계열화를 완성합니다.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4389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59" y="4370832"/>
            <a:ext cx="4617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A1A1A"/>
                </a:solidFill>
                <a:latin typeface="Pretendard"/>
                <a:ea typeface="Pretendard"/>
              </a:rPr>
              <a:t>친환경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3368" y="4992624"/>
            <a:ext cx="5257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4A4A4A"/>
                </a:solidFill>
                <a:latin typeface="Pretendard"/>
                <a:ea typeface="Pretendard"/>
              </a:rPr>
              <a:t>수소·저탄소 공정으로 탄소중립 전환을 추진합니다.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02336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20">
                <a:solidFill>
                  <a:srgbClr val="053080"/>
                </a:solidFill>
                <a:latin typeface="Pretendard"/>
                <a:ea typeface="Pretendard"/>
              </a:rPr>
              <a:t>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A1A1A"/>
                </a:solidFill>
                <a:latin typeface="Pretendard"/>
                <a:ea typeface="Pretendard"/>
              </a:rPr>
              <a:t>성장 지표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0934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A4A4A"/>
                </a:solidFill>
                <a:latin typeface="Pretendard"/>
                <a:ea typeface="Pretendard"/>
              </a:rPr>
              <a:t>철강을 넘어 2차전지 소재로 확장하는 소재 기업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194560"/>
            <a:ext cx="1005840" cy="4114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2211019"/>
            <a:ext cx="10058400" cy="10972"/>
          </a:xfrm>
          <a:prstGeom prst="rect">
            <a:avLst/>
          </a:prstGeom>
          <a:solidFill>
            <a:srgbClr val="E1E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kpi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696" y="2514600"/>
            <a:ext cx="9400703" cy="3566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A8A8A"/>
                </a:solidFill>
                <a:latin typeface="Pretendard"/>
                <a:ea typeface="Pretendard"/>
              </a:rPr>
              <a:t>※ 수치는 브랜드 테마 디자인 예시입니다 (illustrative placeholder values)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30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2651760"/>
            <a:ext cx="822960" cy="109728"/>
          </a:xfrm>
          <a:prstGeom prst="rect">
            <a:avLst/>
          </a:prstGeom>
          <a:solidFill>
            <a:srgbClr val="053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880360"/>
            <a:ext cx="11064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</a:rPr>
              <a:t>더 나은 미래를
소재로 만듭니다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Pretendard"/>
                <a:ea typeface="Pretendard"/>
              </a:rPr>
              <a:t>POSCO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0350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Pretendard"/>
                <a:ea typeface="Pretendard"/>
              </a:rPr>
              <a:t>brand-inspired sample deck · 상표는 포스코 (POSCO Holdings)의 자산입니다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