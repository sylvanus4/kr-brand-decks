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3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POSCO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소재로 미래를
짓다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Steel · Battery Materials · Lithium · Green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53080"/>
                </a:solidFill>
                <a:latin typeface="Pretendard"/>
                <a:ea typeface="Pretendard"/>
              </a:rPr>
              <a:t>POSCO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5308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5308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5308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5308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5308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3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철강과 2차전지 소재의 균형 성장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53080"/>
                </a:solidFill>
                <a:latin typeface="Pretendard"/>
                <a:ea typeface="Pretendard"/>
              </a:rPr>
              <a:t>01 · 사업 개요</a:t>
            </a:r>
          </a:p>
        </p:txBody>
      </p:sp>
      <p:pic>
        <p:nvPicPr>
          <p:cNvPr id="3" name="Picture 2" descr="layout-grid-47e949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포스코가 그리는 미래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철강을 넘어 2차전지 소재로 확장하는 소재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철강 수요 둔화 속 2차전지 소재가 새로운 성장 축이 되고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철강을 넘어 2차전지 소재로 확장하는 소재 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철강 경쟁력을 유지하며 소재·친환경으로 사업을 확장합니다.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053080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철강을 넘어 2차전지 소재로 확장하는 소재 기업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Steel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Battery 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Lithium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Green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3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철강과 2차전지 소재의 균형 성장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53080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pic>
        <p:nvPicPr>
          <p:cNvPr id="3" name="Picture 2" descr="briefcase-15c2b2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철강과 2차전지 소재의 균형 성장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ctory-0e355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철강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친환경 고급강으로 글로벌 철강 리더십을 이어갑니다.</a:t>
            </a:r>
          </a:p>
        </p:txBody>
      </p:sp>
      <p:pic>
        <p:nvPicPr>
          <p:cNvPr id="11" name="Picture 10" descr="battery-2caacb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2차전지 소재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양·음극재로 배터리 밸류체인의 핵심을 담당합니다.</a:t>
            </a:r>
          </a:p>
        </p:txBody>
      </p:sp>
      <p:pic>
        <p:nvPicPr>
          <p:cNvPr id="14" name="Picture 13" descr="atom-d92114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리튬 · 니켈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원료 확보로 소재 사업의 수직계열화를 완성합니다.</a:t>
            </a:r>
          </a:p>
        </p:txBody>
      </p:sp>
      <p:pic>
        <p:nvPicPr>
          <p:cNvPr id="17" name="Picture 16" descr="leaf-d52ae0c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친환경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수소·저탄소 공정으로 탄소중립 전환을 추진합니다.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53080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53080"/>
                </a:solidFill>
                <a:latin typeface="Pretendard"/>
                <a:ea typeface="Pretendard"/>
              </a:rPr>
              <a:t>03 · 성장 전략</a:t>
            </a:r>
          </a:p>
        </p:txBody>
      </p:sp>
      <p:pic>
        <p:nvPicPr>
          <p:cNvPr id="3" name="Picture 2" descr="compass-d9508a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철강을 넘어 2차전지 소재로 확장하는 소재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철강을 넘어 2차전지 소재로 확장하는 소재 기업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5308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소재 성장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양·음극재로 배터리 밸류체인을 담당합니다.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5308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원료 내재화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리튬·니켈 확보로 경쟁력을 높입니다.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5308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탄소중립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수소환원제철로 저탄소 전환을 추진합니다.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5308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철강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친환경 고급강으로 리더십을 유지합니다.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5308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53080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pic>
        <p:nvPicPr>
          <p:cNvPr id="3" name="Picture 2" descr="trending-up-ad54c9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877824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841248"/>
            <a:ext cx="1053388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철강을 넘어 2차전지 소재로 확장하는 소재 기업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53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pi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3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ocket-57869d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66928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더 나은 미래를
소재로 만듭니다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POSCO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포스코 (POSCO Holdings)의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