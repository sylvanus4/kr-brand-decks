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30F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EF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CJ CHEILJEDANG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K-푸드를
세계의 식탁으로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Food · Bio · Feed&amp;Care · Global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F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F151E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회사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8039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F151E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74903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80974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F151E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75487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F151E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30F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EF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식품과 바이오의 두 성장 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F151E"/>
                </a:solidFill>
                <a:latin typeface="Pretendard"/>
                <a:ea typeface="Pretendard"/>
              </a:rPr>
              <a:t>BUSINESS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식품과 바이오의 두 성장 축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F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solidFill>
            <a:srgbClr val="EF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식품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비비고 등 글로벌 브랜드로 K-푸드를 확산합니다.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solidFill>
            <a:srgbClr val="EF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59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바이오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아미노산 등 그린바이오로 세계 시장을 선도합니다.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solidFill>
            <a:srgbClr val="EF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Feed&amp;Care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사료·축산 사업으로 글로벌 식량 밸류체인에 참여합니다.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solidFill>
            <a:srgbClr val="EF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59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북미·유럽 생산기지로 해외 매출을 확대합니다.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F151E"/>
                </a:solidFill>
                <a:latin typeface="Pretendard"/>
                <a:ea typeface="Pretendard"/>
              </a:rPr>
              <a:t>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식품과 바이오로 K-푸드를 세계에 알리는 기업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F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30F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EF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K-푸드로
세계를 잇습니다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CJ CheilJedang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CJ제일제당 (CJ CheilJedang Corp.)의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