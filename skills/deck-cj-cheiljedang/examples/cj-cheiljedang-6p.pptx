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CJ CHEILJEDANG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K-푸드를
세계의 식탁으로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Food · Bio · Feed&amp;Care ·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CJ CHEILJEDANG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51E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51E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51E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51E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151E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식품과 바이오의 두 성장 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CJ제일제당가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K-푸드 세계화와 그린바이오가 성장의 두 축이 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식품 브랜드와 바이오 기술로 글로벌 시장을 넓힙니다.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EF151E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Feed&amp;Care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식품과 바이오의 두 성장 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식품과 바이오의 두 성장 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tensils-31d4fd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식품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비비고 등 글로벌 브랜드로 K-푸드를 확산합니다.</a:t>
            </a:r>
          </a:p>
        </p:txBody>
      </p:sp>
      <p:pic>
        <p:nvPicPr>
          <p:cNvPr id="10" name="Picture 9" descr="flask-conical-dc37b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바이오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아미노산 등 그린바이오로 세계 시장을 선도합니다.</a:t>
            </a:r>
          </a:p>
        </p:txBody>
      </p:sp>
      <p:pic>
        <p:nvPicPr>
          <p:cNvPr id="13" name="Picture 12" descr="wheat-de4319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Feed&amp;Care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사료·축산 사업으로 글로벌 식량 밸류체인에 참여합니다.</a:t>
            </a:r>
          </a:p>
        </p:txBody>
      </p:sp>
      <p:pic>
        <p:nvPicPr>
          <p:cNvPr id="16" name="Picture 15" descr="globe-2e6d89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글로벌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북미·유럽 생산기지로 해외 매출을 확대합니다.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F151E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글로벌 식품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비비고로 K-푸드를 세계화합니다.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F151E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그린바이오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아미노산 등 고부가 소재를 확대합니다.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F151E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현지화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북미·유럽 생산기지를 강화합니다.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F151E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프리미엄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건강·간편식 프리미엄을 키웁니다.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F151E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식품과 바이오로 K-푸드를 세계에 알리는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EF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K-푸드로
세계를 잇습니다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CJ CheilJedang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CJ제일제당 (CJ CheilJedang Corp.)의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