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C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HYUNDAI MOTOR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이동의 자유,
그 이상의 진보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ICE · EV · FCEV · SDV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C5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회사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8039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C5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4903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C5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5487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C5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C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전동화와 수소로 여는 미래 모빌리티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2C5F"/>
                </a:solidFill>
                <a:latin typeface="Pretendard"/>
                <a:ea typeface="Pretendard"/>
              </a:rPr>
              <a:t>BUSINESS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전동화와 수소로 여는 미래 모빌리티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내연기관·하이브리드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검증된 파워트레인으로 안정적 글로벌 판매를 유지합니다.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전동화 (EV)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전용 플랫폼 기반 전기차로 전동화 전환을 가속합니다.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수소 (FCEV)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수소연료전지로 상용·승용 무공해 모빌리티를 확장합니다.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59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SDV · 모빌리티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소프트웨어 중심 차량과 신모빌리티로 경험을 재정의합니다.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2C5F"/>
                </a:solidFill>
                <a:latin typeface="Pretendard"/>
                <a:ea typeface="Pretendard"/>
              </a:rPr>
              <a:t>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내연기관을 넘어 전동화·수소·SDV로 나아가는 모빌리티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C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Progress
for Humanity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Hyundai Motor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현대자동차 (Hyundai Motor Company)의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