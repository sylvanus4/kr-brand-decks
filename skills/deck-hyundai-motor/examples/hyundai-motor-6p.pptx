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이동의 자유,
그 이상의 진보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ICE · EV · FCEV · SDV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현대자동차가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자동차가 내연기관에서 전동화·소프트웨어 중심으로 전환되고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전동화·수소·SDV로 미래 모빌리티에 선제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2C5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FCEV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SDV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-048ca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내연기관·하이브리드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검증된 파워트레인으로 안정적 글로벌 판매를 유지합니다.</a:t>
            </a:r>
          </a:p>
        </p:txBody>
      </p:sp>
      <p:pic>
        <p:nvPicPr>
          <p:cNvPr id="10" name="Picture 9" descr="plug-zap-4bbf0f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전동화 (EV)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플랫폼 기반 전기차로 전동화 전환을 가속합니다.</a:t>
            </a:r>
          </a:p>
        </p:txBody>
      </p:sp>
      <p:pic>
        <p:nvPicPr>
          <p:cNvPr id="13" name="Picture 12" descr="droplet-d754c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수소 (FCEV)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수소연료전지로 상용·승용 무공해 모빌리티를 확장합니다.</a:t>
            </a:r>
          </a:p>
        </p:txBody>
      </p:sp>
      <p:pic>
        <p:nvPicPr>
          <p:cNvPr id="16" name="Picture 15" descr="cpu-84c772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SDV · 모빌리티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차량과 신모빌리티로 경험을 재정의합니다.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전동화 가속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플랫폼으로 EV 라인업을 확대합니다.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수소 생태계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상용·발전까지 수소 사업을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SDV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차량으로 경험을 재정의합니다.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신모빌리티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PBV·로보틱스로 이동의 미래를 준비합니다.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Progress
for Humanity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현대자동차 (Hyundai Motor Company)의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