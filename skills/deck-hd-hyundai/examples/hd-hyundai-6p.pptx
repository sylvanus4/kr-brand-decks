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0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HD HYUNDAI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바다에서 미래로,
중공업의 진화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Shipbuilding · Machinery · Energy · Robotics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AD1D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AD1D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AD1D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AD1D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0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조선·에너지·기계·로봇의 통합 역량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조선·에너지·기계·로봇의 통합 역량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조선 · 해양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친환경 선박과 해양플랜트로 글로벌 수주를 이끕니다.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건설기계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굴착기 등 기계로 세계 인프라 건설에 기여합니다.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정유·전동화 솔루션으로 에너지 전환에 대응합니다.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로보틱스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산업·서비스 로봇으로 미래 성장 동력을 확보합니다.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AD1D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조선·에너지·기계를 아우르는 중공업 리더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0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00A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미래를 여는
중공업의 힘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HD Hyundai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HD현대 (HD Hyundai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