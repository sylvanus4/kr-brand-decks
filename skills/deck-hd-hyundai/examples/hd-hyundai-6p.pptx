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0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HD HYUNDAI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바다에서 미래로,
중공업의 진화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Shipbuilding · Machinery · Energy ·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HD HYUNDAI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0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조선·에너지·기계·로봇의 통합 역량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HD현대가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조선 슈퍼사이클과 에너지 전환이 중공업의 성장을 이끌고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조선·기계·에너지·로봇의 통합 역량으로 대응합니다.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AD1D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Shipbuilding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Machinery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Energy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Robotics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0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조선·에너지·기계·로봇의 통합 역량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조선·에너지·기계·로봇의 통합 역량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ip-d9aa1a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조선 · 해양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친환경 선박과 해양플랜트로 글로벌 수주를 이끕니다.</a:t>
            </a:r>
          </a:p>
        </p:txBody>
      </p:sp>
      <p:pic>
        <p:nvPicPr>
          <p:cNvPr id="11" name="Picture 10" descr="wrench-b14396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건설기계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굴착기 등 기계로 세계 인프라 건설에 기여합니다.</a:t>
            </a:r>
          </a:p>
        </p:txBody>
      </p:sp>
      <p:pic>
        <p:nvPicPr>
          <p:cNvPr id="14" name="Picture 13" descr="zap-2981ec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정유·전동화 솔루션으로 에너지 전환에 대응합니다.</a:t>
            </a:r>
          </a:p>
        </p:txBody>
      </p:sp>
      <p:pic>
        <p:nvPicPr>
          <p:cNvPr id="17" name="Picture 16" descr="bot-96e5f1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로보틱스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산업·서비스 로봇으로 미래 성장 동력을 확보합니다.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AD1D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친환경 선박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암모니아·메탄올 추진 선박을 확대합니다.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AD1D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기계 전동화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전동·자율 건설기계로 전환합니다.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AD1D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에너지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친환경 에너지 사업을 키웁니다.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AD1D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로보틱스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산업·서비스 로봇으로 성장 동력을 확보합니다.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08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cket-73d2e5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미래를 여는
중공업의 힘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HD Hyundai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HD현대 (HD Hyundai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