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세계인이 즐기는
대한민국의 맛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Ramyun · Snack · Beverage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라면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신라면을 앞세워 국내외 라면 시장을 선도합니다.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스낵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새우깡 등 스테디셀러로 스낵 시장을 이끕니다.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음료 · 생수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백산수 등으로 음료·생수 포트폴리오를 확장합니다.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미국·중국 생산기지로 K-푸드 세계화를 가속합니다.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맛있는 라면을 넘어
세계인의 식탁으로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농심 (Nongshim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