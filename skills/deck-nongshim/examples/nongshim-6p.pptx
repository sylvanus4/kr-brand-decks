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0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DF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NONGSHIM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세계인이 즐기는
대한민국의 맛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Ramyun · Snack · Beverage ·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DF0029"/>
                </a:solidFill>
                <a:latin typeface="Pretendard"/>
                <a:ea typeface="Pretendard"/>
              </a:rPr>
              <a:t>NONGSHIM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DF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F0029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F0029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F0029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F0029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F0029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0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국내 1위를 넘어 글로벌 식품 기업으로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DF0029"/>
                </a:solidFill>
                <a:latin typeface="Pretendard"/>
                <a:ea typeface="Pretendard"/>
              </a:rPr>
              <a:t>01 · 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농심가 그리는 미래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라면과 스낵으로 세계인의 입맛을 사로잡는 식품 기업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DF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K-푸드 세계화로 라면·스낵의 글로벌 수요가 커지고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라면과 스낵으로 세계인의 입맛을 사로잡는 식품 기업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국내 1위 브랜드를 앞세워 글로벌 생산·유통을 확대합니다.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DF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DF0029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라면과 스낵으로 세계인의 입맛을 사로잡는 식품 기업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Ramyun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Snack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Beverage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Global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0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국내 1위를 넘어 글로벌 식품 기업으로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DF0029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국내 1위를 넘어 글로벌 식품 기업으로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DF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tensils-31d4fd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신라면을 앞세워 국내외 라면 시장을 선도합니다.</a:t>
            </a:r>
          </a:p>
        </p:txBody>
      </p:sp>
      <p:pic>
        <p:nvPicPr>
          <p:cNvPr id="10" name="Picture 9" descr="cookie-bdbd14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스낵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새우깡 등 스테디셀러로 스낵 시장을 이끕니다.</a:t>
            </a:r>
          </a:p>
        </p:txBody>
      </p:sp>
      <p:pic>
        <p:nvPicPr>
          <p:cNvPr id="13" name="Picture 12" descr="droplet-d754ca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음료 · 생수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백산수 등으로 음료·생수 포트폴리오를 확장합니다.</a:t>
            </a:r>
          </a:p>
        </p:txBody>
      </p:sp>
      <p:pic>
        <p:nvPicPr>
          <p:cNvPr id="16" name="Picture 15" descr="globe-2e6d89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글로벌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미국·중국 생산기지로 K-푸드 세계화를 가속합니다.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DF0029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DF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DF0029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라면과 스낵으로 세계인의 입맛을 사로잡는 식품 기업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DF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라면과 스낵으로 세계인의 입맛을 사로잡는 식품 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F0029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글로벌 확장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미국·중국 생산기지로 세계화를 가속합니다.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F0029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브랜드 파워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신라면 등 대표 브랜드를 강화합니다.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F0029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신제품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건강·프리미엄 신제품을 확대합니다.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F0029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채널 다변화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온라인·현지 유통을 넓힙니다.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DF0029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DF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DF0029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라면과 스낵으로 세계인의 입맛을 사로잡는 식품 기업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DF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0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DF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맛있는 라면을 넘어
세계인의 식탁으로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Nongshim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농심 (Nongshim Co., Ltd.)의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