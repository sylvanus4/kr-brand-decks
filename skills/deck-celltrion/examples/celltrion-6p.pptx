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CELLTRION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생명을 위한
바이오 혁신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Biosimilar · Novel Drug · Chemical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CELLTRION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바이오시밀러를 넘어 신약으로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셀트리온가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바이오시밀러 시장 확대와 신약 개발이 성장의 축이 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바이오시밀러 경쟁력 위에 신약·직판 체계를 더합니다.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2E7D32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Biosimilar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Novel Drug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Chemical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Global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바이오시밀러를 넘어 신약으로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바이오시밀러를 넘어 신약으로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ask-conical-dc37bb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바이오시밀러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항체 바이오시밀러로 글로벌 시장 접근성을 넓힙니다.</a:t>
            </a:r>
          </a:p>
        </p:txBody>
      </p:sp>
      <p:pic>
        <p:nvPicPr>
          <p:cNvPr id="10" name="Picture 9" descr="pill-1b3926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신약 개발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신규 파이프라인으로 미래 성장 동력을 확보합니다.</a:t>
            </a:r>
          </a:p>
        </p:txBody>
      </p:sp>
      <p:pic>
        <p:nvPicPr>
          <p:cNvPr id="13" name="Picture 12" descr="atom-d92114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케미컬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제네릭·개량신약으로 사업 포트폴리오를 다각화합니다.</a:t>
            </a:r>
          </a:p>
        </p:txBody>
      </p:sp>
      <p:pic>
        <p:nvPicPr>
          <p:cNvPr id="16" name="Picture 15" descr="globe-2e6d89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글로벌 헬스케어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직판 체계로 세계 환자에게 직접 다가갑니다.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E7D32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파이프라인 확대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바이오시밀러 제품군을 넓힙니다.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E7D32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신약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신규 파이프라인으로 미래를 준비합니다.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E7D32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직판 강화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직접판매로 수익성을 개선합니다.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E7D32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 접근성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세계 환자에게 직접 다가갑니다.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2E7D32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바이오시밀러와 신약으로 여는 글로벌 헬스케어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5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건강한 미래를
함께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Celltrion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셀트리온 (Celltrion, Inc.)의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