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생명을 위한
바이오 혁신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Biosimilar · Novel Drug · Chemical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바이오시밀러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항체 바이오시밀러로 글로벌 시장 접근성을 넓힙니다.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신약 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신규 파이프라인으로 미래 성장 동력을 확보합니다.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케미컬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제네릭·개량신약으로 사업 포트폴리오를 다각화합니다.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글로벌 헬스케어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직판 체계로 세계 환자에게 직접 다가갑니다.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건강한 미래를
함께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셀트리온 (Celltrion,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