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고객의 삶을
더 좋게, 더 스마트하게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H&amp;A · HE · VS · B2B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LG전자가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가전 시장이 하드웨어 판매에서 구독·서비스·B2B로 확장되고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프리미엄 가전·OLED·전장·B2B 솔루션으로 균형 성장합니다.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A50034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H&amp;A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VS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B2B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rigerator-ead44d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생활가전 (H&amp;A)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냉장고·세탁기 등 프리미엄 가전으로 글로벌 리더십을 유지합니다.</a:t>
            </a:r>
          </a:p>
        </p:txBody>
      </p:sp>
      <p:pic>
        <p:nvPicPr>
          <p:cNvPr id="10" name="Picture 9" descr="tv-61e8e7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홈엔터테인먼트 (HE)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OLED TV를 중심으로 프리미엄 디스플레이 경험을 제공합니다.</a:t>
            </a:r>
          </a:p>
        </p:txBody>
      </p:sp>
      <p:pic>
        <p:nvPicPr>
          <p:cNvPr id="13" name="Picture 12" descr="car-048caf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전장 (VS)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차량용 인포테인먼트·전동화 부품으로 미래 모빌리티에 대응합니다.</a:t>
            </a:r>
          </a:p>
        </p:txBody>
      </p:sp>
      <p:pic>
        <p:nvPicPr>
          <p:cNvPr id="16" name="Picture 15" descr="building-2-0029ed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B2B 솔루션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사이니지·로봇·HVAC로 상업·산업 고객 가치를 창출합니다.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전장 성장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전동화 부품으로 미래 모빌리티에 대응합니다.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플랫폼·구독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웹OS와 구독 모델로 반복 매출을 키웁니다.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B2B 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사이니지·HVAC·로봇으로 상업 시장을 넓힙니다.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가전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온디바이스 AI로 스마트홈 경험을 고도화합니다.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Life's Good,
혁신은 계속됩니다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LG전자 (LG Electronics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