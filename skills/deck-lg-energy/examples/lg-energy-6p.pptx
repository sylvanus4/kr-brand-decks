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에너지 전환을
배터리로 이끌다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소재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글로벌 완성차와 협력해 전기차 배터리 시장을 선도합니다.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재생에너지 저장 시스템으로 전력망 안정화에 기여합니다.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IT·무선기기용 소형 셀로 다양한 응용처를 지원합니다.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배터리 소재·순환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핵심 소재 내재화와 리사이클로 지속가능성을 높입니다.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We CHARGE
toward a better future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LG에너지솔루션 (LG Energy Solution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