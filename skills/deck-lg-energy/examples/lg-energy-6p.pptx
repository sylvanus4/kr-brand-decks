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LG ENERGY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에너지 전환을
배터리로 이끌다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EV Battery · ESS · 소형전지 · 소재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LG ENERGY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셀부터 소재까지 배터리 밸류체인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01 · 사업 개요</a:t>
            </a:r>
          </a:p>
        </p:txBody>
      </p:sp>
      <p:pic>
        <p:nvPicPr>
          <p:cNvPr id="3" name="Picture 2" descr="layout-grid-47e949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LG에너지솔루션가 그리는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전지 전문 기업으로 여는 에너지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전기차·재생에너지 확대로 배터리 밸류체인 경쟁이 심화되고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전지 전문 기업으로 여는 에너지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셀부터 소재까지 밸류체인 내재화로 원가·품질을 확보합니다.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A50034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전지 전문 기업으로 여는 에너지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EV Battery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소형전지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소재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셀부터 소재까지 배터리 밸류체인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pic>
        <p:nvPicPr>
          <p:cNvPr id="3" name="Picture 2" descr="briefcase-15c2b2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셀부터 소재까지 배터리 밸류체인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ttery-charging-0fd5d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자동차 전지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글로벌 완성차와 협력해 전기차 배터리 시장을 선도합니다.</a:t>
            </a:r>
          </a:p>
        </p:txBody>
      </p:sp>
      <p:pic>
        <p:nvPicPr>
          <p:cNvPr id="11" name="Picture 10" descr="zap-2981ec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재생에너지 저장 시스템으로 전력망 안정화에 기여합니다.</a:t>
            </a:r>
          </a:p>
        </p:txBody>
      </p:sp>
      <p:pic>
        <p:nvPicPr>
          <p:cNvPr id="14" name="Picture 13" descr="battery-2caacb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소형전지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IT·무선기기용 소형 셀로 다양한 응용처를 지원합니다.</a:t>
            </a:r>
          </a:p>
        </p:txBody>
      </p:sp>
      <p:pic>
        <p:nvPicPr>
          <p:cNvPr id="17" name="Picture 16" descr="recycle-6fbea1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배터리 소재·순환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핵심 소재 내재화와 리사이클로 지속가능성을 높입니다.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전지 전문 기업으로 여는 에너지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전지 전문 기업으로 여는 에너지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생산 캐파 확대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북미 중심으로 글로벌 캐파를 늘립니다.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차세대 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고전압·건식 공정으로 성능을 끌어올립니다.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소재 내재화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양·음극재와 리튬 확보로 밸류체인을 완성합니다.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순환 경제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리사이클로 지속가능성과 원가를 개선합니다.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전지 전문 기업으로 여는 에너지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p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ag-7366ec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6928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We CHARGE
toward a better future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LG Energy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LG에너지솔루션 (LG Energy Solution Ltd.)의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