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영감을 주는
움직임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· SUV · PBV · Mobility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기아가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모빌리티 수요가 소유에서 목적기반·서비스로 다변화되고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전용 EV와 PBV, 모빌리티 서비스로 전환을 이끕니다.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EA0029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SUV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PBV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Mobility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ug-zap-4bbf0f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EV 라인업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전용 전기차 라인업으로 대중 전동화를 이끕니다.</a:t>
            </a:r>
          </a:p>
        </p:txBody>
      </p:sp>
      <p:pic>
        <p:nvPicPr>
          <p:cNvPr id="10" name="Picture 9" descr="car-048caf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SUV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인기 SUV로 브랜드 판매의 중심을 담당합니다.</a:t>
            </a:r>
          </a:p>
        </p:txBody>
      </p:sp>
      <p:pic>
        <p:nvPicPr>
          <p:cNvPr id="13" name="Picture 12" descr="truck-67d7d8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PBV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목적기반차량으로 물류·모빌리티 신시장을 개척합니다.</a:t>
            </a:r>
          </a:p>
        </p:txBody>
      </p:sp>
      <p:pic>
        <p:nvPicPr>
          <p:cNvPr id="16" name="Picture 15" descr="map-pin-834077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모빌리티 솔루션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구독·카헤일링 등 서비스로 이동 경험을 확장합니다.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EV 대중화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전용 전기차로 전동화를 이끕니다.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PBV 개척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목적기반차량으로 신시장을 엽니다.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디자인 리더십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차별화된 디자인으로 선호를 높입니다.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모빌리티 서비스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구독·카헤일링으로 경험을 확장합니다.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Movement
that inspires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기아 (Kia Corporation)의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