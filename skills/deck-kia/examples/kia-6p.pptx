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영감을 주는
움직임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· SUV · PBV · Mobility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전동화와 목적기반차량으로의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EV 라인업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전용 전기차 라인업으로 대중 전동화를 이끕니다.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SUV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글로벌 인기 SUV로 브랜드 판매의 중심을 담당합니다.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PBV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목적기반차량으로 물류·모빌리티 신시장을 개척합니다.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모빌리티 솔루션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구독·카헤일링 등 서비스로 이동 경험을 확장합니다.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9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지속가능한 모빌리티 솔루션 프로바이더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Movement
that inspires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Kia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기아 (Kia Corporation)의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