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EA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KIA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영감을 주는
움직임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EV · SUV · PBV · Mobility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A0029"/>
                </a:solidFill>
                <a:latin typeface="Pretendard"/>
                <a:ea typeface="Pretendard"/>
              </a:rPr>
              <a:t>KIA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A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0029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사업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5244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0029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975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0682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0029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612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0029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063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0029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EA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사업 개요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전동화와 목적기반차량으로의 전환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A0029"/>
                </a:solidFill>
                <a:latin typeface="Pretendard"/>
                <a:ea typeface="Pretendard"/>
              </a:rPr>
              <a:t>01 · 사업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기아가 그리는 미래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지속가능한 모빌리티 솔루션 프로바이더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A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Why · 시장의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099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모빌리티 수요가 소유에서 목적기반·서비스로 다변화되고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What · 사업 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42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지속가능한 모빌리티 솔루션 프로바이더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983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How · 실행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385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전용 EV와 PBV, 모빌리티 서비스로 전환을 이끕니다.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724912"/>
            <a:ext cx="5257800" cy="33832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724912"/>
            <a:ext cx="82296" cy="3383280"/>
          </a:xfrm>
          <a:prstGeom prst="rect">
            <a:avLst/>
          </a:prstGeom>
          <a:solidFill>
            <a:srgbClr val="EA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305409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60">
                <a:solidFill>
                  <a:srgbClr val="EA0029"/>
                </a:solidFill>
                <a:latin typeface="Pretendard"/>
                <a:ea typeface="Pretendard"/>
              </a:rPr>
              <a:t>핵심 지향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3511296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지속가능한 모빌리티 솔루션 프로바이더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431596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470001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SUV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508406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PBV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546811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Mobility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EA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전동화와 목적기반차량으로의 전환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A0029"/>
                </a:solidFill>
                <a:latin typeface="Pretendard"/>
                <a:ea typeface="Pretendard"/>
              </a:rPr>
              <a:t>02 · 핵심 사업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전동화와 목적기반차량으로의 전환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A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lug-zap-4bbf0f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70048"/>
            <a:ext cx="402336" cy="4023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EV 라인업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전용 전기차 라인업으로 대중 전동화를 이끕니다.</a:t>
            </a:r>
          </a:p>
        </p:txBody>
      </p:sp>
      <p:pic>
        <p:nvPicPr>
          <p:cNvPr id="10" name="Picture 9" descr="car-048caf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670048"/>
            <a:ext cx="402336" cy="4023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7336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SUV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글로벌 인기 SUV로 브랜드 판매의 중심을 담당합니다.</a:t>
            </a:r>
          </a:p>
        </p:txBody>
      </p:sp>
      <p:pic>
        <p:nvPicPr>
          <p:cNvPr id="13" name="Picture 12" descr="truck-67d7d8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421124"/>
            <a:ext cx="4023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PBV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목적기반차량으로 물류·모빌리티 신시장을 개척합니다.</a:t>
            </a:r>
          </a:p>
        </p:txBody>
      </p:sp>
      <p:pic>
        <p:nvPicPr>
          <p:cNvPr id="16" name="Picture 15" descr="map-pin-834077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4421124"/>
            <a:ext cx="402336" cy="4023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336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모빌리티 솔루션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구독·카헤일링 등 서비스로 이동 경험을 확장합니다.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A0029"/>
                </a:solidFill>
                <a:latin typeface="Pretendard"/>
                <a:ea typeface="Pretendard"/>
              </a:rPr>
              <a:t>03 · 성장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현재에서 확대 방향으로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각 사업 영역의 현재와 확대 방향 (표기는 예시)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A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b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252" y="2468880"/>
            <a:ext cx="829959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A0029"/>
                </a:solidFill>
                <a:latin typeface="Pretendard"/>
                <a:ea typeface="Pretendard"/>
              </a:rPr>
              <a:t>03 · 성장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전략 4대 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지속가능한 모빌리티 솔루션 프로바이더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A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A4A"/>
                </a:solidFill>
                <a:latin typeface="Pretendard"/>
                <a:ea typeface="Pretendard"/>
              </a:rPr>
              <a:t>지속가능한 모빌리티 솔루션 프로바이더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5176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A0029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65176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EV 대중화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03580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전용 전기차로 전동화를 이끕니다.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53187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A0029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53187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PBV 개척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91591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목적기반차량으로 신시장을 엽니다.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41198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A0029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41198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디자인 리더십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79602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차별화된 디자인으로 선호를 높입니다.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29209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A0029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29209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모빌리티 서비스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67613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구독·카헤일링으로 경험을 확장합니다.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A0029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단계적 성장 전개 (일정은 브랜드 테마 예시)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A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933" y="2468880"/>
            <a:ext cx="936622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A0029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지속가능한 모빌리티 솔루션 프로바이더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A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pi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EA0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Movement
that inspires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Kia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기아 (Kia Corporation)의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