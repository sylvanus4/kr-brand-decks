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내일을
함께 그리다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Securities · Insurance ·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A6A0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KB금융그룹가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금융이 대면 은행에서 디지털·비은행 중심으로 재편되고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은행을 축으로 증권·보험·디지털을 균형 성장시킵니다.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8A6A0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Securities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Insurance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Digital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은행을 축으로 한 종합 금융 포트폴리오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ndmark-2ffd2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KB국민은행을 중심으로 리테일 금융을 선도합니다.</a:t>
            </a:r>
          </a:p>
        </p:txBody>
      </p:sp>
      <p:pic>
        <p:nvPicPr>
          <p:cNvPr id="11" name="Picture 10" descr="trending-up-38f394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증권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자산관리·IB를 제공합니다.</a:t>
            </a:r>
          </a:p>
        </p:txBody>
      </p:sp>
      <p:pic>
        <p:nvPicPr>
          <p:cNvPr id="14" name="Picture 13" descr="shield-dc55b1a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보험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생명·손해보험으로 생애주기 보장을 지원합니다.</a:t>
            </a:r>
          </a:p>
        </p:txBody>
      </p:sp>
      <p:pic>
        <p:nvPicPr>
          <p:cNvPr id="17" name="Picture 16" descr="smartphone-451e40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디지털 · 글로벌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디지털 전환과 해외 진출로 미래 성장을 준비합니다.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비은행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증권·보험으로 이익을 다변화합니다.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디지털 전환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스타뱅킹으로 디지털 고객을 늘립니다.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진출로 성장 동력을 확보합니다.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8A6A0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고객 중심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데이터 기반 맞춤 금융을 제공합니다.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8A6A0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은행·증권·보험을 아우르는 종합 금융 그룹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er-check-ad423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고객의 내일에
가치를 더합니다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KB Financial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KB금융그룹 (KB Financial Group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