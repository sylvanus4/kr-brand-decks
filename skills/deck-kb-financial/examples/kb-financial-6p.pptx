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고객의 내일을
함께 그리다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Bank · Securities · Insurance ·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2B2B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은행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KB국민은행을 중심으로 리테일 금융을 선도합니다.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2B2B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증권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자본시장 서비스로 자산관리·IB를 제공합니다.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2B2B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보험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생명·손해보험으로 생애주기 보장을 지원합니다.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2B2B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디지털 · 글로벌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디지털 전환과 해외 진출로 미래 성장을 준비합니다.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고객의 내일에
가치를 더합니다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KB금융그룹 (KB Financial Group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