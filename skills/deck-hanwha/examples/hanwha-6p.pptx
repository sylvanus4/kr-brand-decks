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지속가능한 미래를
설계하다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Defense · Energy · Finance · 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방산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지상·해양 방산 체계로 국가 안보에 기여합니다.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태양광 밸류체인으로 친환경 에너지를 확대합니다.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금융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보험·자산운용으로 종합 금융 서비스를 제공합니다.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우주 (스페이스)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발사체·위성으로 우주 산업의 미래에 도전합니다.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미래를 향한
담대한 도전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한화 (Hanwha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