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HANWHA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지속가능한 미래를
설계하다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Defense · Energy · Finance ·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HANWHA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560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560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560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560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560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방산부터 우주까지 확장하는 포트폴리오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한화가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방산·에너지·우주가 그룹의 미래 성장 축으로 부상하고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방산·태양광·금융·우주로 포트폴리오를 확장합니다.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B8560F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방산부터 우주까지 확장하는 포트폴리오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방산부터 우주까지 확장하는 포트폴리오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dc55b1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방산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지상·해양 방산 체계로 국가 안보에 기여합니다.</a:t>
            </a:r>
          </a:p>
        </p:txBody>
      </p:sp>
      <p:pic>
        <p:nvPicPr>
          <p:cNvPr id="10" name="Picture 9" descr="sun-40c52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에너지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태양광 밸류체인으로 친환경 에너지를 확대합니다.</a:t>
            </a:r>
          </a:p>
        </p:txBody>
      </p:sp>
      <p:pic>
        <p:nvPicPr>
          <p:cNvPr id="13" name="Picture 12" descr="landmark-2ffd28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금융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보험·자산운용으로 종합 금융 서비스를 제공합니다.</a:t>
            </a:r>
          </a:p>
        </p:txBody>
      </p:sp>
      <p:pic>
        <p:nvPicPr>
          <p:cNvPr id="16" name="Picture 15" descr="rocket-e6a79d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우주 (스페이스)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발사체·위성으로 우주 산업의 미래에 도전합니다.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60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방산 수출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글로벌 방산 시장에서 수주를 확대합니다.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60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태양광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친환경 에너지 밸류체인을 통합합니다.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60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우주 도전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발사체·위성으로 우주 산업에 진출합니다.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8560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금융 시너지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보험·운용으로 그룹 시너지를 높입니다.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B8560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방산·에너지·금융·우주를 잇는 미래 산업 그룹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미래를 향한
담대한 도전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Hanwha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한화 (Hanwha Group)의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