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191919"/>
                </a:solidFill>
                <a:latin typeface="Pretendard"/>
                <a:ea typeface="Pretendard"/>
              </a:rPr>
              <a:t>KAKAO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191919"/>
                </a:solidFill>
                <a:latin typeface="Pretendard"/>
                <a:ea typeface="Pretendard"/>
              </a:rPr>
              <a:t>관계를 잇고,
일상을 바꾸다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191919"/>
                </a:solidFill>
                <a:latin typeface="Pretendard"/>
                <a:ea typeface="Pretendard"/>
              </a:rPr>
              <a:t>Talk · Platform · Content ·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KAKAO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1E1E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91919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191919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91919"/>
                </a:solidFill>
                <a:latin typeface="Pretendard"/>
                <a:ea typeface="Pretendard"/>
              </a:rPr>
              <a:t>카카오톡을 축으로 한 생활 플랫폼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카카오가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메신저를 넘어 AI와 콘텐츠로 플랫폼 가치를 확장하고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카카오톡을 축으로 광고·결제·콘텐츠·AI를 연결합니다.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3B1E1E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Talk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91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91919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191919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91919"/>
                </a:solidFill>
                <a:latin typeface="Pretendard"/>
                <a:ea typeface="Pretendard"/>
              </a:rPr>
              <a:t>카카오톡을 축으로 한 생활 플랫폼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카카오톡을 축으로 한 생활 플랫폼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ssage-circle-eacc43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톡비즈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카카오톡 기반 광고·커머스로 비즈니스 연결을 돕습니다.</a:t>
            </a:r>
          </a:p>
        </p:txBody>
      </p:sp>
      <p:pic>
        <p:nvPicPr>
          <p:cNvPr id="10" name="Picture 9" descr="map-pin-834077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모빌리티·페이로 이동과 결제를 편리하게 만듭니다.</a:t>
            </a:r>
          </a:p>
        </p:txBody>
      </p:sp>
      <p:pic>
        <p:nvPicPr>
          <p:cNvPr id="13" name="Picture 12" descr="gamepad-2-c2d10b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콘텐츠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웹툰·게임·뮤직으로 글로벌 콘텐츠 경험을 확장합니다.</a:t>
            </a:r>
          </a:p>
        </p:txBody>
      </p:sp>
      <p:pic>
        <p:nvPicPr>
          <p:cNvPr id="16" name="Picture 15" descr="sparkles-582e89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카카오 AI로 대화형 서비스와 생산성을 강화합니다.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1E1E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AI 서비스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대화형 AI로 생산성과 경험을 강화합니다.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1E1E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톡비즈 성장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커머스·광고로 수익을 키웁니다.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1E1E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 콘텐츠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웹툰·IP로 해외 시장을 넓힙니다.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1E1E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연결 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모빌리티·페이로 일상을 잇습니다.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1E1E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관계를 잇는 플랫폼으로 만드는 일상의 혁신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EE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91919"/>
                </a:solidFill>
                <a:latin typeface="Pretendard"/>
                <a:ea typeface="Pretendard"/>
              </a:rPr>
              <a:t>연결의 힘으로
일상을 새롭게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191919"/>
                </a:solidFill>
                <a:latin typeface="Pretendard"/>
                <a:ea typeface="Pretendard"/>
              </a:rPr>
              <a:t>Kakao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1919"/>
                </a:solidFill>
                <a:latin typeface="Pretendard"/>
                <a:ea typeface="Pretendard"/>
              </a:rPr>
              <a:t>brand-inspired sample deck · 상표는 카카오 (Kakao Corp.)의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