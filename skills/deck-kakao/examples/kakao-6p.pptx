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KAKAO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관계를 잇고,
일상을 바꾸다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Talk · Platform · Content ·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1919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카카오톡을 축으로 한 생활 플랫폼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91919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카카오톡을 축으로 한 생활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톡비즈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카카오톡 기반 광고·커머스로 비즈니스 연결을 돕습니다.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모빌리티·페이로 이동과 결제를 편리하게 만듭니다.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콘텐츠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웹툰·게임·뮤직으로 글로벌 콘텐츠 경험을 확장합니다.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카카오 AI로 대화형 서비스와 생산성을 강화합니다.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91919"/>
                </a:solidFill>
                <a:latin typeface="Pretendard"/>
                <a:ea typeface="Pretendard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관계를 잇는 플랫폼으로 만드는 일상의 혁신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연결의 힘으로
일상을 새롭게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Kakao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카카오 (Kakao Corp.)의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