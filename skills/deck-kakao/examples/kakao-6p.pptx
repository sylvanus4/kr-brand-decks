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E5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822960" cy="109728"/>
          </a:xfrm>
          <a:prstGeom prst="rect">
            <a:avLst/>
          </a:prstGeom>
          <a:solidFill>
            <a:srgbClr val="1919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80">
                <a:solidFill>
                  <a:srgbClr val="191919"/>
                </a:solidFill>
                <a:latin typeface="Pretendard"/>
                <a:ea typeface="Pretendard"/>
              </a:rPr>
              <a:t>KAKAO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661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191919"/>
                </a:solidFill>
                <a:latin typeface="Pretendard"/>
                <a:ea typeface="Pretendard"/>
              </a:rPr>
              <a:t>관계를 잇고,
일상을 바꾸다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191919"/>
                </a:solidFill>
                <a:latin typeface="Pretendard"/>
                <a:ea typeface="Pretendard"/>
              </a:rPr>
              <a:t>Talk · Platform · Content · 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3B1E1E"/>
                </a:solidFill>
                <a:latin typeface="Pretendard"/>
                <a:ea typeface="Pretendard"/>
              </a:rPr>
              <a:t>KAKAO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FEE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279806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3B1E1E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7432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사업 개요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55244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3B1E1E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49758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0682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3B1E1E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25196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전략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506120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3B1E1E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0063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81558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3B1E1E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7607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미래 비전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E5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1919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191919"/>
                </a:solidFill>
                <a:latin typeface="Pretendard"/>
                <a:ea typeface="Pretendard"/>
              </a:rPr>
              <a:t>01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191919"/>
                </a:solidFill>
                <a:latin typeface="Pretendard"/>
                <a:ea typeface="Pretendard"/>
              </a:rPr>
              <a:t>사업 개요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191919"/>
                </a:solidFill>
                <a:latin typeface="Pretendard"/>
                <a:ea typeface="Pretendard"/>
              </a:rPr>
              <a:t>카카오톡을 축으로 한 생활 플랫폼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3B1E1E"/>
                </a:solidFill>
                <a:latin typeface="Pretendard"/>
                <a:ea typeface="Pretendard"/>
              </a:rPr>
              <a:t>01 · 사업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카카오가 그리는 미래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관계를 잇는 플랫폼으로 만드는 일상의 혁신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FEE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697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Why · 시장의 변화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099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메신저를 넘어 AI와 콘텐츠로 플랫폼 가치를 확장하고 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840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What · 사업 영역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242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관계를 잇는 플랫폼으로 만드는 일상의 혁신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983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How · 실행 전략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385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카카오톡을 축으로 광고·결제·콘텐츠·AI를 연결합니다.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5080" y="2724912"/>
            <a:ext cx="5257800" cy="338328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2724912"/>
            <a:ext cx="82296" cy="3383280"/>
          </a:xfrm>
          <a:prstGeom prst="rect">
            <a:avLst/>
          </a:prstGeom>
          <a:solidFill>
            <a:srgbClr val="FEE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39128" y="305409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60">
                <a:solidFill>
                  <a:srgbClr val="3B1E1E"/>
                </a:solidFill>
                <a:latin typeface="Pretendard"/>
                <a:ea typeface="Pretendard"/>
              </a:rPr>
              <a:t>핵심 지향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9128" y="3511296"/>
            <a:ext cx="4526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관계를 잇는 플랫폼으로 만드는 일상의 혁신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9128" y="4315968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Talk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9128" y="470001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Platform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9128" y="5084064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Content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5468112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AI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E5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1919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191919"/>
                </a:solidFill>
                <a:latin typeface="Pretendard"/>
                <a:ea typeface="Pretendard"/>
              </a:rPr>
              <a:t>02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191919"/>
                </a:solidFill>
                <a:latin typeface="Pretendard"/>
                <a:ea typeface="Pretendard"/>
              </a:rPr>
              <a:t>핵심 사업 영역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191919"/>
                </a:solidFill>
                <a:latin typeface="Pretendard"/>
                <a:ea typeface="Pretendard"/>
              </a:rPr>
              <a:t>카카오톡을 축으로 한 생활 플랫폼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3B1E1E"/>
                </a:solidFill>
                <a:latin typeface="Pretendard"/>
                <a:ea typeface="Pretendard"/>
              </a:rPr>
              <a:t>02 · 핵심 사업 영역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카카오톡을 축으로 한 생활 플랫폼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FEE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essage-circle-eacc43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670048"/>
            <a:ext cx="402336" cy="40233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톡비즈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카카오톡 기반 광고·커머스로 비즈니스 연결을 돕습니다.</a:t>
            </a:r>
          </a:p>
        </p:txBody>
      </p:sp>
      <p:pic>
        <p:nvPicPr>
          <p:cNvPr id="10" name="Picture 9" descr="map-pin-8340779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2670048"/>
            <a:ext cx="402336" cy="4023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7336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플랫폼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336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모빌리티·페이로 이동과 결제를 편리하게 만듭니다.</a:t>
            </a:r>
          </a:p>
        </p:txBody>
      </p:sp>
      <p:pic>
        <p:nvPicPr>
          <p:cNvPr id="13" name="Picture 12" descr="gamepad-2-c2d10b0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4421124"/>
            <a:ext cx="402336" cy="402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콘텐츠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웹툰·게임·뮤직으로 글로벌 콘텐츠 경험을 확장합니다.</a:t>
            </a:r>
          </a:p>
        </p:txBody>
      </p:sp>
      <p:pic>
        <p:nvPicPr>
          <p:cNvPr id="16" name="Picture 15" descr="sparkles-582e89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3368" y="4421124"/>
            <a:ext cx="402336" cy="40233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37336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336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카카오 AI로 대화형 서비스와 생산성을 강화합니다.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3B1E1E"/>
                </a:solidFill>
                <a:latin typeface="Pretendard"/>
                <a:ea typeface="Pretendard"/>
              </a:rPr>
              <a:t>03 · 성장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현재에서 확대 방향으로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각 사업 영역의 현재와 확대 방향 (표기는 예시)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FEE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abl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9252" y="2468880"/>
            <a:ext cx="8299591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3B1E1E"/>
                </a:solidFill>
                <a:latin typeface="Pretendard"/>
                <a:ea typeface="Pretendard"/>
              </a:rPr>
              <a:t>03 · 성장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전략 4대 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관계를 잇는 플랫폼으로 만드는 일상의 혁신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FEE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697480"/>
            <a:ext cx="301752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4A4A"/>
                </a:solidFill>
                <a:latin typeface="Pretendard"/>
                <a:ea typeface="Pretendard"/>
              </a:rPr>
              <a:t>관계를 잇는 플랫폼으로 만드는 일상의 혁신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265176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3B1E1E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265176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AI 서비스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303580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대화형 AI로 생산성과 경험을 강화합니다.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53187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3B1E1E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353187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톡비즈 성장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391591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커머스·광고로 수익을 키웁니다.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441198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3B1E1E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441198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글로벌 콘텐츠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479602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웹툰·IP로 해외 시장을 넓힙니다.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529209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3B1E1E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529209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연결 강화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567613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모빌리티·페이로 일상을 잇습니다.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3B1E1E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단계적 성장 전개 (일정은 브랜드 테마 예시)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FEE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5933" y="2468880"/>
            <a:ext cx="9366228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3B1E1E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관계를 잇는 플랫폼으로 만드는 일상의 혁신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FEE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kpi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8696" y="2514600"/>
            <a:ext cx="9400703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8A8A"/>
                </a:solidFill>
                <a:latin typeface="Pretendard"/>
                <a:ea typeface="Pretendard"/>
              </a:rPr>
              <a:t>※ 수치는 브랜드 테마 디자인 예시입니다 (illustrative placeholder values)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E5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651760"/>
            <a:ext cx="822960" cy="109728"/>
          </a:xfrm>
          <a:prstGeom prst="rect">
            <a:avLst/>
          </a:prstGeom>
          <a:solidFill>
            <a:srgbClr val="1919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8803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91919"/>
                </a:solidFill>
                <a:latin typeface="Pretendard"/>
                <a:ea typeface="Pretendard"/>
              </a:rPr>
              <a:t>연결의 힘으로
일상을 새롭게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191919"/>
                </a:solidFill>
                <a:latin typeface="Pretendard"/>
                <a:ea typeface="Pretendard"/>
              </a:rPr>
              <a:t>Kakao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91919"/>
                </a:solidFill>
                <a:latin typeface="Pretendard"/>
                <a:ea typeface="Pretendard"/>
              </a:rPr>
              <a:t>brand-inspired sample deck · 상표는 카카오 (Kakao Corp.)의 자산입니다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