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SAMSUNG GALAXY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일상을 바꾸는
모바일 경험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Galaxy · 스마트폰 · 웨어러블 · 갤럭시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SAMSUNG GALAXY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디바이스와 AI가 만나는 모바일 생태계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01 · 사업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삼성전자 모바일가 그리는 미래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갤럭시 생태계로 모바일 경험을 혁신하는 역량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모바일 경험의 중심이 하드웨어에서 온디바이스 AI로 이동하고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갤럭시 생태계로 모바일 경험을 혁신하는 역량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디바이스·생태계·AI를 결합해 끊김 없는 사용자 경험을 제공합니다.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1428A0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갤럭시 생태계로 모바일 경험을 혁신하는 역량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Galaxy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스마트폰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웨어러블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갤럭시 AI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디바이스와 AI가 만나는 모바일 생태계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디바이스와 AI가 만나는 모바일 생태계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martphone-451e40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갤럭시 스마트폰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플래그십부터 보급형까지 폭넓은 라인업으로 글로벌 시장을 이끕니다.</a:t>
            </a:r>
          </a:p>
        </p:txBody>
      </p:sp>
      <p:pic>
        <p:nvPicPr>
          <p:cNvPr id="10" name="Picture 9" descr="tablet-3dc51e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태블릿 · PC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갤럭시 탭·북으로 생산성과 창작 경험을 확장합니다.</a:t>
            </a:r>
          </a:p>
        </p:txBody>
      </p:sp>
      <p:pic>
        <p:nvPicPr>
          <p:cNvPr id="13" name="Picture 12" descr="watch-6128627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웨어러블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워치·버즈로 건강·오디오 경험을 손목과 귀로 넓힙니다.</a:t>
            </a:r>
          </a:p>
        </p:txBody>
      </p:sp>
      <p:pic>
        <p:nvPicPr>
          <p:cNvPr id="16" name="Picture 15" descr="sparkles-582e89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갤럭시 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온디바이스 AI로 번역·요약·촬영 경험을 재정의합니다.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갤럭시 생태계로 모바일 경험을 혁신하는 역량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갤럭시 생태계로 모바일 경험을 혁신하는 역량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28A0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갤럭시 AI 확산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번역·요약·촬영을 온디바이스 AI로 재정의합니다.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28A0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폴더블 대중화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폼팩터 혁신으로 프리미엄 시장을 넓힙니다.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28A0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생태계 연결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워치·버즈·탭·북을 하나의 경험으로 연결합니다.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28A0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지속가능 디자인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친환경 소재와 장기 지원으로 가치를 더합니다.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갤럭시 생태계로 모바일 경험을 혁신하는 역량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모바일의 미래를
갤럭시로 그립니다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Samsung Galaxy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삼성전자 (Samsung Electronics Co., Ltd.)의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