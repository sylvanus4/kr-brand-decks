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SAMSUNG GALAXY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일상을 바꾸는
모바일 경험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Galaxy · 스마트폰 · 웨어러블 · 갤럭시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디바이스와 AI가 만나는 모바일 생태계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디바이스와 AI가 만나는 모바일 생태계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갤럭시 스마트폰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플래그십부터 보급형까지 폭넓은 라인업으로 글로벌 시장을 이끕니다.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태블릿 · PC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갤럭시 탭·북으로 생산성과 창작 경험을 확장합니다.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웨어러블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워치·버즈로 건강·오디오 경험을 손목과 귀로 넓힙니다.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갤럭시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온디바이스 AI로 번역·요약·촬영 경험을 재정의합니다.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갤럭시 생태계로 모바일 경험을 혁신하는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모바일의 미래를
갤럭시로 그립니다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Samsung Galaxy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삼성전자 (Samsung Electronics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