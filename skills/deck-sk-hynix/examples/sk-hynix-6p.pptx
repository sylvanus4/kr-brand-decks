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메모리 반도체로
세상을 움직이다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DRAM · NAND Flash · HBM · AI Memory</a:t>
            </a:r>
          </a:p>
        </p:txBody>
      </p:sp>
      <p:pic>
        <p:nvPicPr>
          <p:cNvPr id="5" name="Picture 4" descr="im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7160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AI 메모리 리더십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회사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메모리 반도체 전문 기업의 지향점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01 · 회사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AI 시대의 메모리, 그 중심에 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인공지능 연산의 병목을 해소하는 고성능 메모리를 제안합니다.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AI 메모리 수요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AI 가속기의 성능은 메모리 대역폭이 좌우하며, 그 수요는 폭발적으로 성장합니다.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메모리 전문 역량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DRAM·NAND를 축으로 HBM과 완성 솔루션까지 아우릅니다.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기술 선도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고대역폭 메모리와 고적층 낸드, 첨단 패키징으로 시장을 선도합니다.</a:t>
            </a:r>
          </a:p>
        </p:txBody>
      </p:sp>
      <p:pic>
        <p:nvPicPr>
          <p:cNvPr id="13" name="Picture 12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620" y="2743200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DRAM·NAND·HBM·솔루션의 메모리 4대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메모리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DRAM·NAND·HBM·솔루션을 아우르는 메모리 전문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ory-stick-e98d10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DRAM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서버·모바일·그래픽 D램으로 데이터센터와 디바이스의 성능을 뒷받침합니다.</a:t>
            </a:r>
          </a:p>
        </p:txBody>
      </p:sp>
      <p:pic>
        <p:nvPicPr>
          <p:cNvPr id="10" name="Picture 9" descr="hard-drive-613110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NAND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고적층 낸드와 eSSD로 대용량 데이터 저장 시장을 이끕니다.</a:t>
            </a:r>
          </a:p>
        </p:txBody>
      </p:sp>
      <p:pic>
        <p:nvPicPr>
          <p:cNvPr id="13" name="Picture 12" descr="layers-d96dc0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HBM (고대역폭 메모리)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AI 가속기용 고대역폭 메모리로 인공지능 연산의 병목을 해소합니다.</a:t>
            </a:r>
          </a:p>
        </p:txBody>
      </p:sp>
      <p:pic>
        <p:nvPicPr>
          <p:cNvPr id="16" name="Picture 15" descr="package-ad768e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모듈·SSD 등 완성 솔루션으로 고객 시스템에 최적화된 메모리를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AI 메모리 리더십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차세대로, 기술 전개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각 기술 영역의 현재와 차세대 지향점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AI 메모리 리더십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메모리 리더십을 위한 핵심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5565A"/>
                </a:solidFill>
                <a:latin typeface="Pretendard"/>
                <a:ea typeface="Pretendard"/>
              </a:rPr>
              <a:t>AI 메모리 수요 확대에 대응해 HBM과 첨단 D램·낸드 역량을 고도화합니다.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HBM 리더십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고대역폭 메모리로 AI 가속기 시장의 핵심 파트너 지위를 강화합니다.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첨단 D램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차세대 D램으로 서버·모바일 수요에 선제 대응합니다.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낸드 경쟁력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고적층 낸드와 eSSD로 스토리지 수익성을 개선합니다.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패키징 혁신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이종집적 패키징으로 성능과 집적도를 끌어올립니다.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기술 전개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메모리 수요에 맞춘 단계적 기술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메모리 수요 확대에 맞춘 투자·역량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9CA1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 시대의 메모리,
SK하이닉스가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SK하이닉스의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