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SK HYNIX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메모리 반도체로
세상을 움직이다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DRAM · NAND Flash · HBM · AI Memory</a:t>
            </a:r>
          </a:p>
        </p:txBody>
      </p:sp>
      <p:pic>
        <p:nvPicPr>
          <p:cNvPr id="5" name="Picture 4" descr="img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37160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회사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B9CA1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803903"/>
            <a:ext cx="10881360" cy="9144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4903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B9CA1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09743"/>
            <a:ext cx="10881360" cy="9144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75487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AI 메모리 리더십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B9CA1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B9CA1"/>
                </a:solidFill>
                <a:latin typeface="Pretendard"/>
                <a:ea typeface="Pretendard"/>
              </a:rPr>
              <a:t>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00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DRAM·NAND를 축으로 AI 시대 메모리를 선도합니다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BUSINESS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메모리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5565A"/>
                </a:solidFill>
                <a:latin typeface="Pretendard"/>
                <a:ea typeface="Pretendard"/>
              </a:rPr>
              <a:t>DRAM·NAND·HBM·솔루션을 아우르는 메모리 전문 역량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DRAM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5565A"/>
                </a:solidFill>
                <a:latin typeface="Pretendard"/>
                <a:ea typeface="Pretendard"/>
              </a:rPr>
              <a:t>서버·모바일·그래픽 D램으로 데이터센터와 디바이스의 성능을 뒷받침합니다.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9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NAND Flash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5565A"/>
                </a:solidFill>
                <a:latin typeface="Pretendard"/>
                <a:ea typeface="Pretendard"/>
              </a:rPr>
              <a:t>고적층 낸드와 eSSD로 대용량 데이터 저장 시장을 이끕니다.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HBM (고대역폭 메모리)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5565A"/>
                </a:solidFill>
                <a:latin typeface="Pretendard"/>
                <a:ea typeface="Pretendard"/>
              </a:rPr>
              <a:t>AI 가속기용 고대역폭 메모리로 인공지능 연산의 병목을 해소합니다.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59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Solutions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5565A"/>
                </a:solidFill>
                <a:latin typeface="Pretendard"/>
                <a:ea typeface="Pretendard"/>
              </a:rPr>
              <a:t>모듈·SSD 등 완성 솔루션으로 고객 시스템에 최적화된 메모리를 제공합니다.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AI MEMORY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5565A"/>
                </a:solidFill>
                <a:latin typeface="Pretendard"/>
                <a:ea typeface="Pretendard"/>
              </a:rPr>
              <a:t>AI 메모리 수요 확대에 맞춘 투자·역량 방향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9CA1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AI 시대의 메모리,
SK하이닉스가 만듭니다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SK hynix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SK하이닉스의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