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SK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메모리 반도체로
세상을 움직이다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DRAM · NAND Flash · HBM · AI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회사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3903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74903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3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54879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AI 메모리 리더십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75487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DRAM·NAND를 축으로 AI 시대 메모리를 선도합니다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BUSINESS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메모리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65A"/>
                </a:solidFill>
                <a:latin typeface="Pretendard"/>
                <a:ea typeface="Pretendard"/>
              </a:rPr>
              <a:t>DRAM·NAND·HBM·솔루션을 아우르는 메모리 전문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DRAM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서버·모바일·그래픽 D램으로 데이터센터와 디바이스의 성능을 뒷받침합니다.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651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6334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NAND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고적층 낸드와 eSSD로 대용량 데이터 저장 시장을 이끕니다.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HBM (고대역폭 메모리)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AI 가속기용 고대역폭 메모리로 인공지능 연산의 병목을 해소합니다.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437083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92624"/>
            <a:ext cx="5257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모듈·SSD 등 완성 솔루션으로 고객 시스템에 최적화된 메모리를 제공합니다.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AI MEMORY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934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65A"/>
                </a:solidFill>
                <a:latin typeface="Pretendard"/>
                <a:ea typeface="Pretendard"/>
              </a:rPr>
              <a:t>AI 메모리 수요 확대에 맞춘 투자·역량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9CA1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AI 시대의 메모리,
SK하이닉스가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SK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SK하이닉스의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