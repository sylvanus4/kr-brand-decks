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NCSOFT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게임과 AI로
새로운 재미를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MMORPG · 신규 IP · AI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NCSOFT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2FD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검증된 IP와 AI 기술 기반의 성장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엔씨소프트가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게임 산업이 대형 IP와 AI 기술 결합으로 재편되고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검증된 IP와 AI 기술로 새로운 재미와 플랫폼을 만듭니다.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6B2FD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MMORPG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신규 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검증된 IP와 AI 기술 기반의 성장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검증된 IP와 AI 기술 기반의 성장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amepad-2-c2d10b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MMORPG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리니지 등 대표 IP로 글로벌 이용자를 사로잡습니다.</a:t>
            </a:r>
          </a:p>
        </p:txBody>
      </p:sp>
      <p:pic>
        <p:nvPicPr>
          <p:cNvPr id="10" name="Picture 9" descr="sparkles-582e89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신규 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장르를 다변화한 신작으로 시장을 넓힙니다.</a:t>
            </a:r>
          </a:p>
        </p:txBody>
      </p:sp>
      <p:pic>
        <p:nvPicPr>
          <p:cNvPr id="13" name="Picture 12" descr="globe-2e6d89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게임·언어 AI 기술을 연구하고 사업화합니다.</a:t>
            </a:r>
          </a:p>
        </p:txBody>
      </p:sp>
      <p:pic>
        <p:nvPicPr>
          <p:cNvPr id="16" name="Picture 15" descr="layers-d96dc0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글로벌·퍼블리싱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콘솔·글로벌 퍼블리싱으로 해외를 공략합니다.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대형 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리니지 등 핵심 IP를 다각도로 확장합니다.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신작·장르 다변화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MMORPG를 넘어 장르를 넓힙니다.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게임·언어 AI를 사업화합니다.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B2FD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콘솔·글로벌 퍼블리싱을 강화합니다.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6B2FD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게임과 AI로 새로운 재미를 만드는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824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게임과 AI로
새로운 재미를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NCSOFT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엔씨소프트 (NCSOFT)의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