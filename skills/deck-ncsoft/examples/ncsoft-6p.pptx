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822960" cy="109728"/>
          </a:xfrm>
          <a:prstGeom prst="rect">
            <a:avLst/>
          </a:prstGeom>
          <a:solidFill>
            <a:srgbClr val="824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180">
                <a:solidFill>
                  <a:srgbClr val="FFFFFF"/>
                </a:solidFill>
                <a:latin typeface="Pretendard"/>
                <a:ea typeface="Pretendard"/>
              </a:rPr>
              <a:t>NCSOFT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5661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retendard"/>
                <a:ea typeface="Pretendard"/>
              </a:rPr>
              <a:t>게임과 AI로
새로운 재미를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Pretendard"/>
                <a:ea typeface="Pretendard"/>
              </a:rPr>
              <a:t>MMORPG · 신규 IP · AI · Global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6B2FD0"/>
                </a:solidFill>
                <a:latin typeface="Pretendard"/>
                <a:ea typeface="Pretendard"/>
              </a:rPr>
              <a:t>NCSOFT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824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279806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B2FD0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432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사업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55244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4975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B2FD0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4975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34975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0682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B2FD0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5196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성장 전략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06120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0063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B2FD0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0063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성장 로드맵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50063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81558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B2FD0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7607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미래 비전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824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사업 개요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검증된 IP와 AI 기술 기반의 성장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6B2FD0"/>
                </a:solidFill>
                <a:latin typeface="Pretendard"/>
                <a:ea typeface="Pretendard"/>
              </a:rPr>
              <a:t>01 · 사업 개요</a:t>
            </a:r>
          </a:p>
        </p:txBody>
      </p:sp>
      <p:pic>
        <p:nvPicPr>
          <p:cNvPr id="3" name="Picture 2" descr="layout-grid-47e949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엔씨소프트가 그리는 미래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게임과 AI로 새로운 재미를 만드는 기업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824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697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Why · 시장의 변화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099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게임 산업이 대형 IP와 AI 기술 결합으로 재편되고 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840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What · 사업 영역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242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게임과 AI로 새로운 재미를 만드는 기업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983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How · 실행 전략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385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검증된 IP와 AI 기술로 새로운 재미와 플랫폼을 만듭니다.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724912"/>
            <a:ext cx="5257800" cy="338328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2724912"/>
            <a:ext cx="82296" cy="3383280"/>
          </a:xfrm>
          <a:prstGeom prst="rect">
            <a:avLst/>
          </a:prstGeom>
          <a:solidFill>
            <a:srgbClr val="824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3054096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60">
                <a:solidFill>
                  <a:srgbClr val="6B2FD0"/>
                </a:solidFill>
                <a:latin typeface="Pretendard"/>
                <a:ea typeface="Pretendard"/>
              </a:rPr>
              <a:t>핵심 지향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3511296"/>
            <a:ext cx="4526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게임과 AI로 새로운 재미를 만드는 기업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9128" y="4315968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MMORPG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4700016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신규 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5084064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5468112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Global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824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02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핵심 사업 영역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검증된 IP와 AI 기술 기반의 성장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6B2FD0"/>
                </a:solidFill>
                <a:latin typeface="Pretendard"/>
                <a:ea typeface="Pretendard"/>
              </a:rPr>
              <a:t>02 · 핵심 사업 영역</a:t>
            </a:r>
          </a:p>
        </p:txBody>
      </p:sp>
      <p:pic>
        <p:nvPicPr>
          <p:cNvPr id="3" name="Picture 2" descr="briefcase-15c2b2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검증된 IP와 AI 기술 기반의 성장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824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amepad-2-c2d10b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670048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3236976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MMORPG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657600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리니지 등 대표 IP로 글로벌 이용자를 사로잡습니다.</a:t>
            </a:r>
          </a:p>
        </p:txBody>
      </p:sp>
      <p:pic>
        <p:nvPicPr>
          <p:cNvPr id="11" name="Picture 10" descr="sparkles-582e89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2670048"/>
            <a:ext cx="402336" cy="4023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73368" y="3236976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신규 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3657600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장르를 다변화한 신작으로 시장을 넓힙니다.</a:t>
            </a:r>
          </a:p>
        </p:txBody>
      </p:sp>
      <p:pic>
        <p:nvPicPr>
          <p:cNvPr id="14" name="Picture 13" descr="globe-2e6d89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421124"/>
            <a:ext cx="402336" cy="4023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6928" y="4988052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408676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게임·언어 AI 기술을 연구하고 사업화합니다.</a:t>
            </a:r>
          </a:p>
        </p:txBody>
      </p:sp>
      <p:pic>
        <p:nvPicPr>
          <p:cNvPr id="17" name="Picture 16" descr="layers-d96dc0c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4421124"/>
            <a:ext cx="402336" cy="4023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73368" y="4988052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글로벌·퍼블리싱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5408676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콘솔·글로벌 퍼블리싱으로 해외를 공략합니다.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6B2FD0"/>
                </a:solidFill>
                <a:latin typeface="Pretendard"/>
                <a:ea typeface="Pretendard"/>
              </a:rPr>
              <a:t>03 · 성장 전략</a:t>
            </a:r>
          </a:p>
        </p:txBody>
      </p:sp>
      <p:pic>
        <p:nvPicPr>
          <p:cNvPr id="3" name="Picture 2" descr="compass-d9508a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현재에서 확대 방향으로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각 사업 영역의 현재와 확대 방향 (표기는 예시)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824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abl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252" y="2468880"/>
            <a:ext cx="8299591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6B2FD0"/>
                </a:solidFill>
                <a:latin typeface="Pretendard"/>
                <a:ea typeface="Pretendard"/>
              </a:rPr>
              <a:t>03 · 성장 전략</a:t>
            </a:r>
          </a:p>
        </p:txBody>
      </p:sp>
      <p:pic>
        <p:nvPicPr>
          <p:cNvPr id="3" name="Picture 2" descr="compass-d9508a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전략 4대 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게임과 AI로 새로운 재미를 만드는 기업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824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697480"/>
            <a:ext cx="30175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4A4A"/>
                </a:solidFill>
                <a:latin typeface="Pretendard"/>
                <a:ea typeface="Pretendard"/>
              </a:rPr>
              <a:t>게임과 AI로 새로운 재미를 만드는 기업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65176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6B2FD0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65176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대형 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303580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리니지 등 핵심 IP를 다각도로 확장합니다.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53187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6B2FD0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53187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신작·장르 다변화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91591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MMORPG를 넘어 장르를 넓힙니다.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441198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6B2FD0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41198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AI 기술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79602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게임·언어 AI를 사업화합니다.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529209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6B2FD0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529209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글로벌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567613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콘솔·글로벌 퍼블리싱을 강화합니다.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6B2FD0"/>
                </a:solidFill>
                <a:latin typeface="Pretendard"/>
                <a:ea typeface="Pretendard"/>
              </a:rPr>
              <a:t>04 · 성장 로드맵</a:t>
            </a:r>
          </a:p>
        </p:txBody>
      </p:sp>
      <p:pic>
        <p:nvPicPr>
          <p:cNvPr id="3" name="Picture 2" descr="trending-up-ad54c9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단계적 성장 전개 (일정은 브랜드 테마 예시)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824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oad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933" y="2468880"/>
            <a:ext cx="9366228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6B2FD0"/>
                </a:solidFill>
                <a:latin typeface="Pretendard"/>
                <a:ea typeface="Pretendard"/>
              </a:rPr>
              <a:t>04 · 성장 로드맵</a:t>
            </a:r>
          </a:p>
        </p:txBody>
      </p:sp>
      <p:pic>
        <p:nvPicPr>
          <p:cNvPr id="3" name="Picture 2" descr="trending-up-ad54c9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지표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게임과 AI로 새로운 재미를 만드는 기업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824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pi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696" y="2514600"/>
            <a:ext cx="9400703" cy="3566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8A8A"/>
                </a:solidFill>
                <a:latin typeface="Pretendard"/>
                <a:ea typeface="Pretendard"/>
              </a:rPr>
              <a:t>※ 수치는 브랜드 테마 디자인 예시입니다 (illustrative placeholder values)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t-c8b97b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0"/>
            <a:ext cx="566928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2651760"/>
            <a:ext cx="822960" cy="109728"/>
          </a:xfrm>
          <a:prstGeom prst="rect">
            <a:avLst/>
          </a:prstGeom>
          <a:solidFill>
            <a:srgbClr val="824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8803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Pretendard"/>
                <a:ea typeface="Pretendard"/>
              </a:rPr>
              <a:t>게임과 AI로
새로운 재미를 만듭니다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NCSOFT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Pretendard"/>
                <a:ea typeface="Pretendard"/>
              </a:rPr>
              <a:t>brand-inspired sample deck · 상표는 엔씨소프트 (NCSOFT)의 자산입니다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